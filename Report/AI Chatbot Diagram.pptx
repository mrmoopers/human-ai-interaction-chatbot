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6C623C-8AC9-4C9D-B4A1-946194471CEF}" v="45" dt="2022-12-08T11:03:41.6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>
        <p:scale>
          <a:sx n="100" d="100"/>
          <a:sy n="100" d="100"/>
        </p:scale>
        <p:origin x="72" y="1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am Biggs" userId="d68bd93e-7d2f-407b-9605-539036e28a32" providerId="ADAL" clId="{2F6C623C-8AC9-4C9D-B4A1-946194471CEF}"/>
    <pc:docChg chg="undo custSel modSld">
      <pc:chgData name="Adam Biggs" userId="d68bd93e-7d2f-407b-9605-539036e28a32" providerId="ADAL" clId="{2F6C623C-8AC9-4C9D-B4A1-946194471CEF}" dt="2022-12-08T11:07:33.391" v="955" actId="1076"/>
      <pc:docMkLst>
        <pc:docMk/>
      </pc:docMkLst>
      <pc:sldChg chg="addSp delSp modSp mod">
        <pc:chgData name="Adam Biggs" userId="d68bd93e-7d2f-407b-9605-539036e28a32" providerId="ADAL" clId="{2F6C623C-8AC9-4C9D-B4A1-946194471CEF}" dt="2022-12-08T11:07:33.391" v="955" actId="1076"/>
        <pc:sldMkLst>
          <pc:docMk/>
          <pc:sldMk cId="375636626" sldId="256"/>
        </pc:sldMkLst>
        <pc:spChg chg="mod">
          <ac:chgData name="Adam Biggs" userId="d68bd93e-7d2f-407b-9605-539036e28a32" providerId="ADAL" clId="{2F6C623C-8AC9-4C9D-B4A1-946194471CEF}" dt="2022-12-08T10:55:36.608" v="719" actId="1076"/>
          <ac:spMkLst>
            <pc:docMk/>
            <pc:sldMk cId="375636626" sldId="256"/>
            <ac:spMk id="4" creationId="{4119DC8D-5231-8EDE-CBE1-EC26F0451F62}"/>
          </ac:spMkLst>
        </pc:spChg>
        <pc:spChg chg="mod">
          <ac:chgData name="Adam Biggs" userId="d68bd93e-7d2f-407b-9605-539036e28a32" providerId="ADAL" clId="{2F6C623C-8AC9-4C9D-B4A1-946194471CEF}" dt="2022-12-08T10:43:17.630" v="229" actId="1076"/>
          <ac:spMkLst>
            <pc:docMk/>
            <pc:sldMk cId="375636626" sldId="256"/>
            <ac:spMk id="5" creationId="{689B5A17-4E2B-4495-339A-B391EB25ACB7}"/>
          </ac:spMkLst>
        </pc:spChg>
        <pc:spChg chg="mod">
          <ac:chgData name="Adam Biggs" userId="d68bd93e-7d2f-407b-9605-539036e28a32" providerId="ADAL" clId="{2F6C623C-8AC9-4C9D-B4A1-946194471CEF}" dt="2022-12-08T10:43:17.630" v="229" actId="1076"/>
          <ac:spMkLst>
            <pc:docMk/>
            <pc:sldMk cId="375636626" sldId="256"/>
            <ac:spMk id="8" creationId="{25597399-9F28-B36B-D47F-BD7116D3CF50}"/>
          </ac:spMkLst>
        </pc:spChg>
        <pc:spChg chg="mod">
          <ac:chgData name="Adam Biggs" userId="d68bd93e-7d2f-407b-9605-539036e28a32" providerId="ADAL" clId="{2F6C623C-8AC9-4C9D-B4A1-946194471CEF}" dt="2022-12-08T10:43:17.630" v="229" actId="1076"/>
          <ac:spMkLst>
            <pc:docMk/>
            <pc:sldMk cId="375636626" sldId="256"/>
            <ac:spMk id="17" creationId="{153B4B5D-41B1-9E99-EB58-54A1DFF00EEC}"/>
          </ac:spMkLst>
        </pc:spChg>
        <pc:spChg chg="mod">
          <ac:chgData name="Adam Biggs" userId="d68bd93e-7d2f-407b-9605-539036e28a32" providerId="ADAL" clId="{2F6C623C-8AC9-4C9D-B4A1-946194471CEF}" dt="2022-12-08T10:43:17.630" v="229" actId="1076"/>
          <ac:spMkLst>
            <pc:docMk/>
            <pc:sldMk cId="375636626" sldId="256"/>
            <ac:spMk id="19" creationId="{639272FD-919C-F4A2-1829-CB0299FD571B}"/>
          </ac:spMkLst>
        </pc:spChg>
        <pc:spChg chg="mod">
          <ac:chgData name="Adam Biggs" userId="d68bd93e-7d2f-407b-9605-539036e28a32" providerId="ADAL" clId="{2F6C623C-8AC9-4C9D-B4A1-946194471CEF}" dt="2022-12-08T10:43:17.630" v="229" actId="1076"/>
          <ac:spMkLst>
            <pc:docMk/>
            <pc:sldMk cId="375636626" sldId="256"/>
            <ac:spMk id="22" creationId="{BF01189C-31F2-844A-F74B-8BCE524B8F81}"/>
          </ac:spMkLst>
        </pc:spChg>
        <pc:spChg chg="mod">
          <ac:chgData name="Adam Biggs" userId="d68bd93e-7d2f-407b-9605-539036e28a32" providerId="ADAL" clId="{2F6C623C-8AC9-4C9D-B4A1-946194471CEF}" dt="2022-12-08T10:43:17.630" v="229" actId="1076"/>
          <ac:spMkLst>
            <pc:docMk/>
            <pc:sldMk cId="375636626" sldId="256"/>
            <ac:spMk id="23" creationId="{7D6EA901-0B8C-DE44-2A80-CF52002B5590}"/>
          </ac:spMkLst>
        </pc:spChg>
        <pc:spChg chg="add mod">
          <ac:chgData name="Adam Biggs" userId="d68bd93e-7d2f-407b-9605-539036e28a32" providerId="ADAL" clId="{2F6C623C-8AC9-4C9D-B4A1-946194471CEF}" dt="2022-12-08T10:43:17.630" v="229" actId="1076"/>
          <ac:spMkLst>
            <pc:docMk/>
            <pc:sldMk cId="375636626" sldId="256"/>
            <ac:spMk id="36" creationId="{D50C867F-BB47-2897-CD7D-CCAF6565B6E9}"/>
          </ac:spMkLst>
        </pc:spChg>
        <pc:spChg chg="add mod">
          <ac:chgData name="Adam Biggs" userId="d68bd93e-7d2f-407b-9605-539036e28a32" providerId="ADAL" clId="{2F6C623C-8AC9-4C9D-B4A1-946194471CEF}" dt="2022-12-08T10:43:17.630" v="229" actId="1076"/>
          <ac:spMkLst>
            <pc:docMk/>
            <pc:sldMk cId="375636626" sldId="256"/>
            <ac:spMk id="55" creationId="{7758D8C1-9A33-F4A9-B137-0A310EFD7AFB}"/>
          </ac:spMkLst>
        </pc:spChg>
        <pc:spChg chg="add mod">
          <ac:chgData name="Adam Biggs" userId="d68bd93e-7d2f-407b-9605-539036e28a32" providerId="ADAL" clId="{2F6C623C-8AC9-4C9D-B4A1-946194471CEF}" dt="2022-12-08T10:58:58.897" v="856" actId="1076"/>
          <ac:spMkLst>
            <pc:docMk/>
            <pc:sldMk cId="375636626" sldId="256"/>
            <ac:spMk id="56" creationId="{E29F5C61-3BF6-33F6-7E15-3D992E18C994}"/>
          </ac:spMkLst>
        </pc:spChg>
        <pc:spChg chg="add mod">
          <ac:chgData name="Adam Biggs" userId="d68bd93e-7d2f-407b-9605-539036e28a32" providerId="ADAL" clId="{2F6C623C-8AC9-4C9D-B4A1-946194471CEF}" dt="2022-12-08T10:43:17.630" v="229" actId="1076"/>
          <ac:spMkLst>
            <pc:docMk/>
            <pc:sldMk cId="375636626" sldId="256"/>
            <ac:spMk id="62" creationId="{87BD6D42-882E-6056-8426-354049BF81A1}"/>
          </ac:spMkLst>
        </pc:spChg>
        <pc:spChg chg="add mod">
          <ac:chgData name="Adam Biggs" userId="d68bd93e-7d2f-407b-9605-539036e28a32" providerId="ADAL" clId="{2F6C623C-8AC9-4C9D-B4A1-946194471CEF}" dt="2022-12-08T10:43:17.630" v="229" actId="1076"/>
          <ac:spMkLst>
            <pc:docMk/>
            <pc:sldMk cId="375636626" sldId="256"/>
            <ac:spMk id="63" creationId="{D131AB16-33D1-6E0A-3078-E778AC516CED}"/>
          </ac:spMkLst>
        </pc:spChg>
        <pc:spChg chg="add mod">
          <ac:chgData name="Adam Biggs" userId="d68bd93e-7d2f-407b-9605-539036e28a32" providerId="ADAL" clId="{2F6C623C-8AC9-4C9D-B4A1-946194471CEF}" dt="2022-12-08T10:43:17.630" v="229" actId="1076"/>
          <ac:spMkLst>
            <pc:docMk/>
            <pc:sldMk cId="375636626" sldId="256"/>
            <ac:spMk id="67" creationId="{F7A30EFF-399F-7C3F-0A3D-6058190B78E8}"/>
          </ac:spMkLst>
        </pc:spChg>
        <pc:spChg chg="add mod">
          <ac:chgData name="Adam Biggs" userId="d68bd93e-7d2f-407b-9605-539036e28a32" providerId="ADAL" clId="{2F6C623C-8AC9-4C9D-B4A1-946194471CEF}" dt="2022-12-08T10:43:34.545" v="232" actId="1076"/>
          <ac:spMkLst>
            <pc:docMk/>
            <pc:sldMk cId="375636626" sldId="256"/>
            <ac:spMk id="72" creationId="{29453174-0247-219C-20E5-7E1AF6011EC2}"/>
          </ac:spMkLst>
        </pc:spChg>
        <pc:spChg chg="add mod">
          <ac:chgData name="Adam Biggs" userId="d68bd93e-7d2f-407b-9605-539036e28a32" providerId="ADAL" clId="{2F6C623C-8AC9-4C9D-B4A1-946194471CEF}" dt="2022-12-08T10:55:57.476" v="720" actId="1076"/>
          <ac:spMkLst>
            <pc:docMk/>
            <pc:sldMk cId="375636626" sldId="256"/>
            <ac:spMk id="92" creationId="{4CA4E0D4-3B4E-E49E-5EED-A62F5CA43844}"/>
          </ac:spMkLst>
        </pc:spChg>
        <pc:spChg chg="add mod">
          <ac:chgData name="Adam Biggs" userId="d68bd93e-7d2f-407b-9605-539036e28a32" providerId="ADAL" clId="{2F6C623C-8AC9-4C9D-B4A1-946194471CEF}" dt="2022-12-08T10:55:57.476" v="720" actId="1076"/>
          <ac:spMkLst>
            <pc:docMk/>
            <pc:sldMk cId="375636626" sldId="256"/>
            <ac:spMk id="93" creationId="{E137E396-D2A3-6A63-E266-8D411AA544FC}"/>
          </ac:spMkLst>
        </pc:spChg>
        <pc:spChg chg="add mod">
          <ac:chgData name="Adam Biggs" userId="d68bd93e-7d2f-407b-9605-539036e28a32" providerId="ADAL" clId="{2F6C623C-8AC9-4C9D-B4A1-946194471CEF}" dt="2022-12-08T10:55:57.476" v="720" actId="1076"/>
          <ac:spMkLst>
            <pc:docMk/>
            <pc:sldMk cId="375636626" sldId="256"/>
            <ac:spMk id="97" creationId="{2B028AF5-F44A-1700-97BF-A6A6BEC19F2A}"/>
          </ac:spMkLst>
        </pc:spChg>
        <pc:spChg chg="add mod">
          <ac:chgData name="Adam Biggs" userId="d68bd93e-7d2f-407b-9605-539036e28a32" providerId="ADAL" clId="{2F6C623C-8AC9-4C9D-B4A1-946194471CEF}" dt="2022-12-08T10:55:57.476" v="720" actId="1076"/>
          <ac:spMkLst>
            <pc:docMk/>
            <pc:sldMk cId="375636626" sldId="256"/>
            <ac:spMk id="104" creationId="{A05F1E9D-609A-3AE2-C0D4-3040C5F87D46}"/>
          </ac:spMkLst>
        </pc:spChg>
        <pc:spChg chg="add mod">
          <ac:chgData name="Adam Biggs" userId="d68bd93e-7d2f-407b-9605-539036e28a32" providerId="ADAL" clId="{2F6C623C-8AC9-4C9D-B4A1-946194471CEF}" dt="2022-12-08T10:59:43.084" v="864" actId="1076"/>
          <ac:spMkLst>
            <pc:docMk/>
            <pc:sldMk cId="375636626" sldId="256"/>
            <ac:spMk id="105" creationId="{08D00775-CE79-246B-1E07-C444C900DEAD}"/>
          </ac:spMkLst>
        </pc:spChg>
        <pc:spChg chg="add mod">
          <ac:chgData name="Adam Biggs" userId="d68bd93e-7d2f-407b-9605-539036e28a32" providerId="ADAL" clId="{2F6C623C-8AC9-4C9D-B4A1-946194471CEF}" dt="2022-12-08T11:00:11.444" v="865" actId="1076"/>
          <ac:spMkLst>
            <pc:docMk/>
            <pc:sldMk cId="375636626" sldId="256"/>
            <ac:spMk id="106" creationId="{1A0030F8-DDBA-FAD3-8EC6-A31D5A44FD9B}"/>
          </ac:spMkLst>
        </pc:spChg>
        <pc:spChg chg="add mod">
          <ac:chgData name="Adam Biggs" userId="d68bd93e-7d2f-407b-9605-539036e28a32" providerId="ADAL" clId="{2F6C623C-8AC9-4C9D-B4A1-946194471CEF}" dt="2022-12-08T11:00:11.444" v="865" actId="1076"/>
          <ac:spMkLst>
            <pc:docMk/>
            <pc:sldMk cId="375636626" sldId="256"/>
            <ac:spMk id="113" creationId="{C2E14C14-EB65-5886-F079-43D948B49C3B}"/>
          </ac:spMkLst>
        </pc:spChg>
        <pc:spChg chg="add mod">
          <ac:chgData name="Adam Biggs" userId="d68bd93e-7d2f-407b-9605-539036e28a32" providerId="ADAL" clId="{2F6C623C-8AC9-4C9D-B4A1-946194471CEF}" dt="2022-12-08T11:00:11.444" v="865" actId="1076"/>
          <ac:spMkLst>
            <pc:docMk/>
            <pc:sldMk cId="375636626" sldId="256"/>
            <ac:spMk id="114" creationId="{C27A9FD1-0B4C-8F16-8972-3BA26B4F6496}"/>
          </ac:spMkLst>
        </pc:spChg>
        <pc:spChg chg="add mod">
          <ac:chgData name="Adam Biggs" userId="d68bd93e-7d2f-407b-9605-539036e28a32" providerId="ADAL" clId="{2F6C623C-8AC9-4C9D-B4A1-946194471CEF}" dt="2022-12-08T11:00:11.444" v="865" actId="1076"/>
          <ac:spMkLst>
            <pc:docMk/>
            <pc:sldMk cId="375636626" sldId="256"/>
            <ac:spMk id="115" creationId="{D2BF8CCB-F044-DB54-DEC3-0FBCA8C89454}"/>
          </ac:spMkLst>
        </pc:spChg>
        <pc:spChg chg="add mod">
          <ac:chgData name="Adam Biggs" userId="d68bd93e-7d2f-407b-9605-539036e28a32" providerId="ADAL" clId="{2F6C623C-8AC9-4C9D-B4A1-946194471CEF}" dt="2022-12-08T11:00:11.444" v="865" actId="1076"/>
          <ac:spMkLst>
            <pc:docMk/>
            <pc:sldMk cId="375636626" sldId="256"/>
            <ac:spMk id="116" creationId="{E9DE6CEB-9279-AC68-47DB-8E4206376B19}"/>
          </ac:spMkLst>
        </pc:spChg>
        <pc:spChg chg="add del mod">
          <ac:chgData name="Adam Biggs" userId="d68bd93e-7d2f-407b-9605-539036e28a32" providerId="ADAL" clId="{2F6C623C-8AC9-4C9D-B4A1-946194471CEF}" dt="2022-12-08T10:52:35.037" v="633" actId="478"/>
          <ac:spMkLst>
            <pc:docMk/>
            <pc:sldMk cId="375636626" sldId="256"/>
            <ac:spMk id="117" creationId="{7F8791A7-497A-350C-D5EA-1852B4A6E549}"/>
          </ac:spMkLst>
        </pc:spChg>
        <pc:spChg chg="add mod">
          <ac:chgData name="Adam Biggs" userId="d68bd93e-7d2f-407b-9605-539036e28a32" providerId="ADAL" clId="{2F6C623C-8AC9-4C9D-B4A1-946194471CEF}" dt="2022-12-08T11:00:11.444" v="865" actId="1076"/>
          <ac:spMkLst>
            <pc:docMk/>
            <pc:sldMk cId="375636626" sldId="256"/>
            <ac:spMk id="118" creationId="{04153C5E-E998-0A94-6804-B9E5991A29AA}"/>
          </ac:spMkLst>
        </pc:spChg>
        <pc:spChg chg="add mod">
          <ac:chgData name="Adam Biggs" userId="d68bd93e-7d2f-407b-9605-539036e28a32" providerId="ADAL" clId="{2F6C623C-8AC9-4C9D-B4A1-946194471CEF}" dt="2022-12-08T10:53:00.264" v="644" actId="1076"/>
          <ac:spMkLst>
            <pc:docMk/>
            <pc:sldMk cId="375636626" sldId="256"/>
            <ac:spMk id="119" creationId="{D0C0BC1B-863A-5F86-CD00-322961408300}"/>
          </ac:spMkLst>
        </pc:spChg>
        <pc:spChg chg="add mod">
          <ac:chgData name="Adam Biggs" userId="d68bd93e-7d2f-407b-9605-539036e28a32" providerId="ADAL" clId="{2F6C623C-8AC9-4C9D-B4A1-946194471CEF}" dt="2022-12-08T10:53:07.512" v="646" actId="1076"/>
          <ac:spMkLst>
            <pc:docMk/>
            <pc:sldMk cId="375636626" sldId="256"/>
            <ac:spMk id="120" creationId="{5137A134-C2A4-D7CD-43BB-50E6D748003F}"/>
          </ac:spMkLst>
        </pc:spChg>
        <pc:spChg chg="add mod">
          <ac:chgData name="Adam Biggs" userId="d68bd93e-7d2f-407b-9605-539036e28a32" providerId="ADAL" clId="{2F6C623C-8AC9-4C9D-B4A1-946194471CEF}" dt="2022-12-08T10:55:57.476" v="720" actId="1076"/>
          <ac:spMkLst>
            <pc:docMk/>
            <pc:sldMk cId="375636626" sldId="256"/>
            <ac:spMk id="121" creationId="{7ED35972-C21A-4978-7424-0B62125BDCDE}"/>
          </ac:spMkLst>
        </pc:spChg>
        <pc:spChg chg="add mod">
          <ac:chgData name="Adam Biggs" userId="d68bd93e-7d2f-407b-9605-539036e28a32" providerId="ADAL" clId="{2F6C623C-8AC9-4C9D-B4A1-946194471CEF}" dt="2022-12-08T10:55:57.476" v="720" actId="1076"/>
          <ac:spMkLst>
            <pc:docMk/>
            <pc:sldMk cId="375636626" sldId="256"/>
            <ac:spMk id="128" creationId="{51F26FD0-CF6C-8965-EDAE-1E3F1B9E814A}"/>
          </ac:spMkLst>
        </pc:spChg>
        <pc:spChg chg="add mod">
          <ac:chgData name="Adam Biggs" userId="d68bd93e-7d2f-407b-9605-539036e28a32" providerId="ADAL" clId="{2F6C623C-8AC9-4C9D-B4A1-946194471CEF}" dt="2022-12-08T11:00:11.444" v="865" actId="1076"/>
          <ac:spMkLst>
            <pc:docMk/>
            <pc:sldMk cId="375636626" sldId="256"/>
            <ac:spMk id="129" creationId="{9112926E-985D-EF47-CC4C-87E72CEAB545}"/>
          </ac:spMkLst>
        </pc:spChg>
        <pc:spChg chg="add mod">
          <ac:chgData name="Adam Biggs" userId="d68bd93e-7d2f-407b-9605-539036e28a32" providerId="ADAL" clId="{2F6C623C-8AC9-4C9D-B4A1-946194471CEF}" dt="2022-12-08T11:00:11.444" v="865" actId="1076"/>
          <ac:spMkLst>
            <pc:docMk/>
            <pc:sldMk cId="375636626" sldId="256"/>
            <ac:spMk id="130" creationId="{B081C6BC-1E02-3F9D-7D53-1D9E301FD89F}"/>
          </ac:spMkLst>
        </pc:spChg>
        <pc:spChg chg="add mod">
          <ac:chgData name="Adam Biggs" userId="d68bd93e-7d2f-407b-9605-539036e28a32" providerId="ADAL" clId="{2F6C623C-8AC9-4C9D-B4A1-946194471CEF}" dt="2022-12-08T11:02:11.845" v="886" actId="1076"/>
          <ac:spMkLst>
            <pc:docMk/>
            <pc:sldMk cId="375636626" sldId="256"/>
            <ac:spMk id="131" creationId="{9F2D5D1B-C8D1-B0B7-F693-23FD83E135B2}"/>
          </ac:spMkLst>
        </pc:spChg>
        <pc:spChg chg="add del mod">
          <ac:chgData name="Adam Biggs" userId="d68bd93e-7d2f-407b-9605-539036e28a32" providerId="ADAL" clId="{2F6C623C-8AC9-4C9D-B4A1-946194471CEF}" dt="2022-12-08T10:55:17.182" v="712" actId="478"/>
          <ac:spMkLst>
            <pc:docMk/>
            <pc:sldMk cId="375636626" sldId="256"/>
            <ac:spMk id="147" creationId="{5B9AB1CF-91AD-FAC3-F412-FDE3B68923AC}"/>
          </ac:spMkLst>
        </pc:spChg>
        <pc:spChg chg="add mod">
          <ac:chgData name="Adam Biggs" userId="d68bd93e-7d2f-407b-9605-539036e28a32" providerId="ADAL" clId="{2F6C623C-8AC9-4C9D-B4A1-946194471CEF}" dt="2022-12-08T11:00:19.034" v="866" actId="1076"/>
          <ac:spMkLst>
            <pc:docMk/>
            <pc:sldMk cId="375636626" sldId="256"/>
            <ac:spMk id="156" creationId="{939CFD63-DF1E-8FF9-5B68-2801C8B50BC1}"/>
          </ac:spMkLst>
        </pc:spChg>
        <pc:spChg chg="add mod">
          <ac:chgData name="Adam Biggs" userId="d68bd93e-7d2f-407b-9605-539036e28a32" providerId="ADAL" clId="{2F6C623C-8AC9-4C9D-B4A1-946194471CEF}" dt="2022-12-08T10:58:40.249" v="852" actId="14100"/>
          <ac:spMkLst>
            <pc:docMk/>
            <pc:sldMk cId="375636626" sldId="256"/>
            <ac:spMk id="157" creationId="{063F3ABD-2C01-A034-7EFF-2D703E7C2919}"/>
          </ac:spMkLst>
        </pc:spChg>
        <pc:spChg chg="add mod">
          <ac:chgData name="Adam Biggs" userId="d68bd93e-7d2f-407b-9605-539036e28a32" providerId="ADAL" clId="{2F6C623C-8AC9-4C9D-B4A1-946194471CEF}" dt="2022-12-08T10:58:55.132" v="855" actId="14100"/>
          <ac:spMkLst>
            <pc:docMk/>
            <pc:sldMk cId="375636626" sldId="256"/>
            <ac:spMk id="158" creationId="{C36F154E-B885-01E0-08AE-83461F4BD8FA}"/>
          </ac:spMkLst>
        </pc:spChg>
        <pc:spChg chg="add mod">
          <ac:chgData name="Adam Biggs" userId="d68bd93e-7d2f-407b-9605-539036e28a32" providerId="ADAL" clId="{2F6C623C-8AC9-4C9D-B4A1-946194471CEF}" dt="2022-12-08T11:07:06.861" v="952" actId="14100"/>
          <ac:spMkLst>
            <pc:docMk/>
            <pc:sldMk cId="375636626" sldId="256"/>
            <ac:spMk id="159" creationId="{8B1B2B80-4B39-DCA5-12C7-A909D2FD69E6}"/>
          </ac:spMkLst>
        </pc:spChg>
        <pc:spChg chg="add del mod">
          <ac:chgData name="Adam Biggs" userId="d68bd93e-7d2f-407b-9605-539036e28a32" providerId="ADAL" clId="{2F6C623C-8AC9-4C9D-B4A1-946194471CEF}" dt="2022-12-08T10:59:36.080" v="863" actId="478"/>
          <ac:spMkLst>
            <pc:docMk/>
            <pc:sldMk cId="375636626" sldId="256"/>
            <ac:spMk id="160" creationId="{340BEF67-A017-BE95-E695-BEED4703432E}"/>
          </ac:spMkLst>
        </pc:spChg>
        <pc:spChg chg="add mod">
          <ac:chgData name="Adam Biggs" userId="d68bd93e-7d2f-407b-9605-539036e28a32" providerId="ADAL" clId="{2F6C623C-8AC9-4C9D-B4A1-946194471CEF}" dt="2022-12-08T11:05:22.612" v="937" actId="688"/>
          <ac:spMkLst>
            <pc:docMk/>
            <pc:sldMk cId="375636626" sldId="256"/>
            <ac:spMk id="183" creationId="{8E3A2E59-260B-84E0-ECAB-6670BCC8E260}"/>
          </ac:spMkLst>
        </pc:spChg>
        <pc:spChg chg="add mod">
          <ac:chgData name="Adam Biggs" userId="d68bd93e-7d2f-407b-9605-539036e28a32" providerId="ADAL" clId="{2F6C623C-8AC9-4C9D-B4A1-946194471CEF}" dt="2022-12-08T11:05:35.060" v="940" actId="1076"/>
          <ac:spMkLst>
            <pc:docMk/>
            <pc:sldMk cId="375636626" sldId="256"/>
            <ac:spMk id="184" creationId="{05A85E57-22CD-5123-E928-CAC21A9E8EA5}"/>
          </ac:spMkLst>
        </pc:spChg>
        <pc:spChg chg="add mod">
          <ac:chgData name="Adam Biggs" userId="d68bd93e-7d2f-407b-9605-539036e28a32" providerId="ADAL" clId="{2F6C623C-8AC9-4C9D-B4A1-946194471CEF}" dt="2022-12-08T11:07:33.391" v="955" actId="1076"/>
          <ac:spMkLst>
            <pc:docMk/>
            <pc:sldMk cId="375636626" sldId="256"/>
            <ac:spMk id="185" creationId="{342EF892-DFF9-DC77-E170-2F2FBB189892}"/>
          </ac:spMkLst>
        </pc:spChg>
        <pc:spChg chg="add mod">
          <ac:chgData name="Adam Biggs" userId="d68bd93e-7d2f-407b-9605-539036e28a32" providerId="ADAL" clId="{2F6C623C-8AC9-4C9D-B4A1-946194471CEF}" dt="2022-12-08T11:06:39.350" v="950" actId="1076"/>
          <ac:spMkLst>
            <pc:docMk/>
            <pc:sldMk cId="375636626" sldId="256"/>
            <ac:spMk id="186" creationId="{AD3CDC4E-F9AC-B612-B0CE-9A5D3A21EB8F}"/>
          </ac:spMkLst>
        </pc:spChg>
        <pc:spChg chg="add del mod">
          <ac:chgData name="Adam Biggs" userId="d68bd93e-7d2f-407b-9605-539036e28a32" providerId="ADAL" clId="{2F6C623C-8AC9-4C9D-B4A1-946194471CEF}" dt="2022-12-08T11:04:49.828" v="924" actId="478"/>
          <ac:spMkLst>
            <pc:docMk/>
            <pc:sldMk cId="375636626" sldId="256"/>
            <ac:spMk id="187" creationId="{E8F539D9-1AD2-C03D-D6C3-D2C2B75F9556}"/>
          </ac:spMkLst>
        </pc:spChg>
        <pc:cxnChg chg="mod">
          <ac:chgData name="Adam Biggs" userId="d68bd93e-7d2f-407b-9605-539036e28a32" providerId="ADAL" clId="{2F6C623C-8AC9-4C9D-B4A1-946194471CEF}" dt="2022-12-08T10:55:36.608" v="719" actId="1076"/>
          <ac:cxnSpMkLst>
            <pc:docMk/>
            <pc:sldMk cId="375636626" sldId="256"/>
            <ac:cxnSpMk id="7" creationId="{0761031E-7549-7DCF-12FD-507947B34525}"/>
          </ac:cxnSpMkLst>
        </pc:cxnChg>
        <pc:cxnChg chg="mod">
          <ac:chgData name="Adam Biggs" userId="d68bd93e-7d2f-407b-9605-539036e28a32" providerId="ADAL" clId="{2F6C623C-8AC9-4C9D-B4A1-946194471CEF}" dt="2022-12-08T10:43:17.630" v="229" actId="1076"/>
          <ac:cxnSpMkLst>
            <pc:docMk/>
            <pc:sldMk cId="375636626" sldId="256"/>
            <ac:cxnSpMk id="10" creationId="{AC07E6FE-A0D8-85A1-46BE-1D25F50091FA}"/>
          </ac:cxnSpMkLst>
        </pc:cxnChg>
        <pc:cxnChg chg="mod">
          <ac:chgData name="Adam Biggs" userId="d68bd93e-7d2f-407b-9605-539036e28a32" providerId="ADAL" clId="{2F6C623C-8AC9-4C9D-B4A1-946194471CEF}" dt="2022-12-08T10:43:17.630" v="229" actId="1076"/>
          <ac:cxnSpMkLst>
            <pc:docMk/>
            <pc:sldMk cId="375636626" sldId="256"/>
            <ac:cxnSpMk id="12" creationId="{C0F492EB-2A9F-803E-7C04-6F2922AFB5A1}"/>
          </ac:cxnSpMkLst>
        </pc:cxnChg>
        <pc:cxnChg chg="mod">
          <ac:chgData name="Adam Biggs" userId="d68bd93e-7d2f-407b-9605-539036e28a32" providerId="ADAL" clId="{2F6C623C-8AC9-4C9D-B4A1-946194471CEF}" dt="2022-12-08T10:43:17.630" v="229" actId="1076"/>
          <ac:cxnSpMkLst>
            <pc:docMk/>
            <pc:sldMk cId="375636626" sldId="256"/>
            <ac:cxnSpMk id="13" creationId="{E1DD4688-932C-3DD0-661B-C33E3B06B6AC}"/>
          </ac:cxnSpMkLst>
        </pc:cxnChg>
        <pc:cxnChg chg="add mod">
          <ac:chgData name="Adam Biggs" userId="d68bd93e-7d2f-407b-9605-539036e28a32" providerId="ADAL" clId="{2F6C623C-8AC9-4C9D-B4A1-946194471CEF}" dt="2022-12-08T10:43:17.630" v="229" actId="1076"/>
          <ac:cxnSpMkLst>
            <pc:docMk/>
            <pc:sldMk cId="375636626" sldId="256"/>
            <ac:cxnSpMk id="25" creationId="{7CA3E14D-667B-99B6-B4D3-BD3DCD641581}"/>
          </ac:cxnSpMkLst>
        </pc:cxnChg>
        <pc:cxnChg chg="add mod">
          <ac:chgData name="Adam Biggs" userId="d68bd93e-7d2f-407b-9605-539036e28a32" providerId="ADAL" clId="{2F6C623C-8AC9-4C9D-B4A1-946194471CEF}" dt="2022-12-08T10:43:17.630" v="229" actId="1076"/>
          <ac:cxnSpMkLst>
            <pc:docMk/>
            <pc:sldMk cId="375636626" sldId="256"/>
            <ac:cxnSpMk id="38" creationId="{F90F1E6B-25A5-F45B-02D7-54E6B7EBACA6}"/>
          </ac:cxnSpMkLst>
        </pc:cxnChg>
        <pc:cxnChg chg="add mod">
          <ac:chgData name="Adam Biggs" userId="d68bd93e-7d2f-407b-9605-539036e28a32" providerId="ADAL" clId="{2F6C623C-8AC9-4C9D-B4A1-946194471CEF}" dt="2022-12-08T10:43:17.630" v="229" actId="1076"/>
          <ac:cxnSpMkLst>
            <pc:docMk/>
            <pc:sldMk cId="375636626" sldId="256"/>
            <ac:cxnSpMk id="40" creationId="{BB375C6F-7D71-6FFD-B57C-FCA26915972B}"/>
          </ac:cxnSpMkLst>
        </pc:cxnChg>
        <pc:cxnChg chg="add del mod">
          <ac:chgData name="Adam Biggs" userId="d68bd93e-7d2f-407b-9605-539036e28a32" providerId="ADAL" clId="{2F6C623C-8AC9-4C9D-B4A1-946194471CEF}" dt="2022-12-08T10:37:27.925" v="51" actId="478"/>
          <ac:cxnSpMkLst>
            <pc:docMk/>
            <pc:sldMk cId="375636626" sldId="256"/>
            <ac:cxnSpMk id="42" creationId="{35906320-4ABC-F0F9-CB87-B8CBF3021F76}"/>
          </ac:cxnSpMkLst>
        </pc:cxnChg>
        <pc:cxnChg chg="add mod">
          <ac:chgData name="Adam Biggs" userId="d68bd93e-7d2f-407b-9605-539036e28a32" providerId="ADAL" clId="{2F6C623C-8AC9-4C9D-B4A1-946194471CEF}" dt="2022-12-08T10:43:17.630" v="229" actId="1076"/>
          <ac:cxnSpMkLst>
            <pc:docMk/>
            <pc:sldMk cId="375636626" sldId="256"/>
            <ac:cxnSpMk id="44" creationId="{D51D83D8-A516-5A19-E795-C5FAC55984F5}"/>
          </ac:cxnSpMkLst>
        </pc:cxnChg>
        <pc:cxnChg chg="add mod">
          <ac:chgData name="Adam Biggs" userId="d68bd93e-7d2f-407b-9605-539036e28a32" providerId="ADAL" clId="{2F6C623C-8AC9-4C9D-B4A1-946194471CEF}" dt="2022-12-08T10:43:17.630" v="229" actId="1076"/>
          <ac:cxnSpMkLst>
            <pc:docMk/>
            <pc:sldMk cId="375636626" sldId="256"/>
            <ac:cxnSpMk id="46" creationId="{C963F915-3B65-F131-65E4-72386827E97D}"/>
          </ac:cxnSpMkLst>
        </pc:cxnChg>
        <pc:cxnChg chg="add mod">
          <ac:chgData name="Adam Biggs" userId="d68bd93e-7d2f-407b-9605-539036e28a32" providerId="ADAL" clId="{2F6C623C-8AC9-4C9D-B4A1-946194471CEF}" dt="2022-12-08T10:43:17.630" v="229" actId="1076"/>
          <ac:cxnSpMkLst>
            <pc:docMk/>
            <pc:sldMk cId="375636626" sldId="256"/>
            <ac:cxnSpMk id="48" creationId="{7B78BC49-1BAD-E7CC-7F33-0D047236EE9F}"/>
          </ac:cxnSpMkLst>
        </pc:cxnChg>
        <pc:cxnChg chg="add mod">
          <ac:chgData name="Adam Biggs" userId="d68bd93e-7d2f-407b-9605-539036e28a32" providerId="ADAL" clId="{2F6C623C-8AC9-4C9D-B4A1-946194471CEF}" dt="2022-12-08T10:43:17.630" v="229" actId="1076"/>
          <ac:cxnSpMkLst>
            <pc:docMk/>
            <pc:sldMk cId="375636626" sldId="256"/>
            <ac:cxnSpMk id="51" creationId="{7FB5E113-5999-5F73-09E3-A4F9DEC55CA9}"/>
          </ac:cxnSpMkLst>
        </pc:cxnChg>
        <pc:cxnChg chg="add mod">
          <ac:chgData name="Adam Biggs" userId="d68bd93e-7d2f-407b-9605-539036e28a32" providerId="ADAL" clId="{2F6C623C-8AC9-4C9D-B4A1-946194471CEF}" dt="2022-12-08T10:43:17.630" v="229" actId="1076"/>
          <ac:cxnSpMkLst>
            <pc:docMk/>
            <pc:sldMk cId="375636626" sldId="256"/>
            <ac:cxnSpMk id="53" creationId="{9F28023B-DF95-12F9-CE2E-5A3D2F40E4F3}"/>
          </ac:cxnSpMkLst>
        </pc:cxnChg>
        <pc:cxnChg chg="add mod">
          <ac:chgData name="Adam Biggs" userId="d68bd93e-7d2f-407b-9605-539036e28a32" providerId="ADAL" clId="{2F6C623C-8AC9-4C9D-B4A1-946194471CEF}" dt="2022-12-08T10:43:17.630" v="229" actId="1076"/>
          <ac:cxnSpMkLst>
            <pc:docMk/>
            <pc:sldMk cId="375636626" sldId="256"/>
            <ac:cxnSpMk id="65" creationId="{CEAD1F48-39FE-84A5-D175-F43133C7F565}"/>
          </ac:cxnSpMkLst>
        </pc:cxnChg>
        <pc:cxnChg chg="add del mod">
          <ac:chgData name="Adam Biggs" userId="d68bd93e-7d2f-407b-9605-539036e28a32" providerId="ADAL" clId="{2F6C623C-8AC9-4C9D-B4A1-946194471CEF}" dt="2022-12-08T10:41:26.583" v="155" actId="478"/>
          <ac:cxnSpMkLst>
            <pc:docMk/>
            <pc:sldMk cId="375636626" sldId="256"/>
            <ac:cxnSpMk id="66" creationId="{FE0A8B20-BC0F-DD3A-7A46-B948F9C78782}"/>
          </ac:cxnSpMkLst>
        </pc:cxnChg>
        <pc:cxnChg chg="add mod">
          <ac:chgData name="Adam Biggs" userId="d68bd93e-7d2f-407b-9605-539036e28a32" providerId="ADAL" clId="{2F6C623C-8AC9-4C9D-B4A1-946194471CEF}" dt="2022-12-08T10:43:17.630" v="229" actId="1076"/>
          <ac:cxnSpMkLst>
            <pc:docMk/>
            <pc:sldMk cId="375636626" sldId="256"/>
            <ac:cxnSpMk id="69" creationId="{6BF39202-E474-11FB-0137-6AA113F5EA64}"/>
          </ac:cxnSpMkLst>
        </pc:cxnChg>
        <pc:cxnChg chg="add mod">
          <ac:chgData name="Adam Biggs" userId="d68bd93e-7d2f-407b-9605-539036e28a32" providerId="ADAL" clId="{2F6C623C-8AC9-4C9D-B4A1-946194471CEF}" dt="2022-12-08T10:43:42.201" v="234" actId="14100"/>
          <ac:cxnSpMkLst>
            <pc:docMk/>
            <pc:sldMk cId="375636626" sldId="256"/>
            <ac:cxnSpMk id="74" creationId="{2E77A7EC-2893-B2DA-461D-AA10A7410516}"/>
          </ac:cxnSpMkLst>
        </pc:cxnChg>
        <pc:cxnChg chg="add del mod">
          <ac:chgData name="Adam Biggs" userId="d68bd93e-7d2f-407b-9605-539036e28a32" providerId="ADAL" clId="{2F6C623C-8AC9-4C9D-B4A1-946194471CEF}" dt="2022-12-08T10:43:26.272" v="230" actId="478"/>
          <ac:cxnSpMkLst>
            <pc:docMk/>
            <pc:sldMk cId="375636626" sldId="256"/>
            <ac:cxnSpMk id="76" creationId="{39301C8E-C64E-AFED-E063-4B9C9F35C4CB}"/>
          </ac:cxnSpMkLst>
        </pc:cxnChg>
        <pc:cxnChg chg="add mod">
          <ac:chgData name="Adam Biggs" userId="d68bd93e-7d2f-407b-9605-539036e28a32" providerId="ADAL" clId="{2F6C623C-8AC9-4C9D-B4A1-946194471CEF}" dt="2022-12-08T10:43:30.587" v="231" actId="14100"/>
          <ac:cxnSpMkLst>
            <pc:docMk/>
            <pc:sldMk cId="375636626" sldId="256"/>
            <ac:cxnSpMk id="78" creationId="{DE1DA6EA-7A63-E15A-6721-867CDFB76F6A}"/>
          </ac:cxnSpMkLst>
        </pc:cxnChg>
        <pc:cxnChg chg="add">
          <ac:chgData name="Adam Biggs" userId="d68bd93e-7d2f-407b-9605-539036e28a32" providerId="ADAL" clId="{2F6C623C-8AC9-4C9D-B4A1-946194471CEF}" dt="2022-12-08T10:43:54.827" v="235" actId="11529"/>
          <ac:cxnSpMkLst>
            <pc:docMk/>
            <pc:sldMk cId="375636626" sldId="256"/>
            <ac:cxnSpMk id="86" creationId="{E480805E-03ED-A922-C774-810D6639BF4D}"/>
          </ac:cxnSpMkLst>
        </pc:cxnChg>
        <pc:cxnChg chg="add mod">
          <ac:chgData name="Adam Biggs" userId="d68bd93e-7d2f-407b-9605-539036e28a32" providerId="ADAL" clId="{2F6C623C-8AC9-4C9D-B4A1-946194471CEF}" dt="2022-12-08T10:56:03.176" v="721" actId="14100"/>
          <ac:cxnSpMkLst>
            <pc:docMk/>
            <pc:sldMk cId="375636626" sldId="256"/>
            <ac:cxnSpMk id="88" creationId="{4A02CE61-1287-BB32-7AC9-B82A6AD0C2AE}"/>
          </ac:cxnSpMkLst>
        </pc:cxnChg>
        <pc:cxnChg chg="add mod">
          <ac:chgData name="Adam Biggs" userId="d68bd93e-7d2f-407b-9605-539036e28a32" providerId="ADAL" clId="{2F6C623C-8AC9-4C9D-B4A1-946194471CEF}" dt="2022-12-08T10:55:57.476" v="720" actId="1076"/>
          <ac:cxnSpMkLst>
            <pc:docMk/>
            <pc:sldMk cId="375636626" sldId="256"/>
            <ac:cxnSpMk id="91" creationId="{5D0B67E4-8F2F-38BC-CEA3-D7F0BE1C9897}"/>
          </ac:cxnSpMkLst>
        </pc:cxnChg>
        <pc:cxnChg chg="add mod">
          <ac:chgData name="Adam Biggs" userId="d68bd93e-7d2f-407b-9605-539036e28a32" providerId="ADAL" clId="{2F6C623C-8AC9-4C9D-B4A1-946194471CEF}" dt="2022-12-08T10:55:57.476" v="720" actId="1076"/>
          <ac:cxnSpMkLst>
            <pc:docMk/>
            <pc:sldMk cId="375636626" sldId="256"/>
            <ac:cxnSpMk id="95" creationId="{BABAAE97-DED1-5E64-AEAD-26747E43C757}"/>
          </ac:cxnSpMkLst>
        </pc:cxnChg>
        <pc:cxnChg chg="add mod">
          <ac:chgData name="Adam Biggs" userId="d68bd93e-7d2f-407b-9605-539036e28a32" providerId="ADAL" clId="{2F6C623C-8AC9-4C9D-B4A1-946194471CEF}" dt="2022-12-08T10:55:57.476" v="720" actId="1076"/>
          <ac:cxnSpMkLst>
            <pc:docMk/>
            <pc:sldMk cId="375636626" sldId="256"/>
            <ac:cxnSpMk id="99" creationId="{9B3E7ACD-502E-05AB-B137-48DCEE3DB509}"/>
          </ac:cxnSpMkLst>
        </pc:cxnChg>
        <pc:cxnChg chg="add mod">
          <ac:chgData name="Adam Biggs" userId="d68bd93e-7d2f-407b-9605-539036e28a32" providerId="ADAL" clId="{2F6C623C-8AC9-4C9D-B4A1-946194471CEF}" dt="2022-12-08T10:55:57.476" v="720" actId="1076"/>
          <ac:cxnSpMkLst>
            <pc:docMk/>
            <pc:sldMk cId="375636626" sldId="256"/>
            <ac:cxnSpMk id="101" creationId="{ED2806A7-150A-AE8A-A380-45EB1BDC93BF}"/>
          </ac:cxnSpMkLst>
        </pc:cxnChg>
        <pc:cxnChg chg="add mod">
          <ac:chgData name="Adam Biggs" userId="d68bd93e-7d2f-407b-9605-539036e28a32" providerId="ADAL" clId="{2F6C623C-8AC9-4C9D-B4A1-946194471CEF}" dt="2022-12-08T10:55:57.476" v="720" actId="1076"/>
          <ac:cxnSpMkLst>
            <pc:docMk/>
            <pc:sldMk cId="375636626" sldId="256"/>
            <ac:cxnSpMk id="103" creationId="{24D8A192-8BE0-4B96-A2CB-1CC90BCA8BFD}"/>
          </ac:cxnSpMkLst>
        </pc:cxnChg>
        <pc:cxnChg chg="add mod">
          <ac:chgData name="Adam Biggs" userId="d68bd93e-7d2f-407b-9605-539036e28a32" providerId="ADAL" clId="{2F6C623C-8AC9-4C9D-B4A1-946194471CEF}" dt="2022-12-08T10:59:43.084" v="864" actId="1076"/>
          <ac:cxnSpMkLst>
            <pc:docMk/>
            <pc:sldMk cId="375636626" sldId="256"/>
            <ac:cxnSpMk id="108" creationId="{1CFCC5EB-C76C-94DA-2066-A8EA376638AB}"/>
          </ac:cxnSpMkLst>
        </pc:cxnChg>
        <pc:cxnChg chg="add mod">
          <ac:chgData name="Adam Biggs" userId="d68bd93e-7d2f-407b-9605-539036e28a32" providerId="ADAL" clId="{2F6C623C-8AC9-4C9D-B4A1-946194471CEF}" dt="2022-12-08T11:00:11.444" v="865" actId="1076"/>
          <ac:cxnSpMkLst>
            <pc:docMk/>
            <pc:sldMk cId="375636626" sldId="256"/>
            <ac:cxnSpMk id="110" creationId="{2EE7B32B-7075-21FA-19E5-18191CCFB7A6}"/>
          </ac:cxnSpMkLst>
        </pc:cxnChg>
        <pc:cxnChg chg="add mod">
          <ac:chgData name="Adam Biggs" userId="d68bd93e-7d2f-407b-9605-539036e28a32" providerId="ADAL" clId="{2F6C623C-8AC9-4C9D-B4A1-946194471CEF}" dt="2022-12-08T10:55:57.476" v="720" actId="1076"/>
          <ac:cxnSpMkLst>
            <pc:docMk/>
            <pc:sldMk cId="375636626" sldId="256"/>
            <ac:cxnSpMk id="112" creationId="{014497EA-E009-DD34-1B30-5F7ADB476910}"/>
          </ac:cxnSpMkLst>
        </pc:cxnChg>
        <pc:cxnChg chg="add mod">
          <ac:chgData name="Adam Biggs" userId="d68bd93e-7d2f-407b-9605-539036e28a32" providerId="ADAL" clId="{2F6C623C-8AC9-4C9D-B4A1-946194471CEF}" dt="2022-12-08T11:00:11.444" v="865" actId="1076"/>
          <ac:cxnSpMkLst>
            <pc:docMk/>
            <pc:sldMk cId="375636626" sldId="256"/>
            <ac:cxnSpMk id="133" creationId="{2D998D83-299C-8714-5365-E3102B8A1429}"/>
          </ac:cxnSpMkLst>
        </pc:cxnChg>
        <pc:cxnChg chg="add mod">
          <ac:chgData name="Adam Biggs" userId="d68bd93e-7d2f-407b-9605-539036e28a32" providerId="ADAL" clId="{2F6C623C-8AC9-4C9D-B4A1-946194471CEF}" dt="2022-12-08T11:00:11.444" v="865" actId="1076"/>
          <ac:cxnSpMkLst>
            <pc:docMk/>
            <pc:sldMk cId="375636626" sldId="256"/>
            <ac:cxnSpMk id="135" creationId="{1BA27CEB-BD7C-017F-0D08-94091DDB4F16}"/>
          </ac:cxnSpMkLst>
        </pc:cxnChg>
        <pc:cxnChg chg="add mod">
          <ac:chgData name="Adam Biggs" userId="d68bd93e-7d2f-407b-9605-539036e28a32" providerId="ADAL" clId="{2F6C623C-8AC9-4C9D-B4A1-946194471CEF}" dt="2022-12-08T11:00:11.444" v="865" actId="1076"/>
          <ac:cxnSpMkLst>
            <pc:docMk/>
            <pc:sldMk cId="375636626" sldId="256"/>
            <ac:cxnSpMk id="137" creationId="{0D899C64-E2B4-8436-5AFA-698BCE543445}"/>
          </ac:cxnSpMkLst>
        </pc:cxnChg>
        <pc:cxnChg chg="add mod">
          <ac:chgData name="Adam Biggs" userId="d68bd93e-7d2f-407b-9605-539036e28a32" providerId="ADAL" clId="{2F6C623C-8AC9-4C9D-B4A1-946194471CEF}" dt="2022-12-08T11:00:11.444" v="865" actId="1076"/>
          <ac:cxnSpMkLst>
            <pc:docMk/>
            <pc:sldMk cId="375636626" sldId="256"/>
            <ac:cxnSpMk id="139" creationId="{1FF0A2E6-31EB-C259-293E-EE70E0EEBD7F}"/>
          </ac:cxnSpMkLst>
        </pc:cxnChg>
        <pc:cxnChg chg="add mod">
          <ac:chgData name="Adam Biggs" userId="d68bd93e-7d2f-407b-9605-539036e28a32" providerId="ADAL" clId="{2F6C623C-8AC9-4C9D-B4A1-946194471CEF}" dt="2022-12-08T11:00:11.444" v="865" actId="1076"/>
          <ac:cxnSpMkLst>
            <pc:docMk/>
            <pc:sldMk cId="375636626" sldId="256"/>
            <ac:cxnSpMk id="141" creationId="{4D864CA6-EB07-52ED-7B02-DF5D00578A6D}"/>
          </ac:cxnSpMkLst>
        </pc:cxnChg>
        <pc:cxnChg chg="add mod">
          <ac:chgData name="Adam Biggs" userId="d68bd93e-7d2f-407b-9605-539036e28a32" providerId="ADAL" clId="{2F6C623C-8AC9-4C9D-B4A1-946194471CEF}" dt="2022-12-08T11:00:11.444" v="865" actId="1076"/>
          <ac:cxnSpMkLst>
            <pc:docMk/>
            <pc:sldMk cId="375636626" sldId="256"/>
            <ac:cxnSpMk id="143" creationId="{8779E940-BDB2-F147-FEB9-518B895469E6}"/>
          </ac:cxnSpMkLst>
        </pc:cxnChg>
        <pc:cxnChg chg="add mod">
          <ac:chgData name="Adam Biggs" userId="d68bd93e-7d2f-407b-9605-539036e28a32" providerId="ADAL" clId="{2F6C623C-8AC9-4C9D-B4A1-946194471CEF}" dt="2022-12-08T11:00:11.444" v="865" actId="1076"/>
          <ac:cxnSpMkLst>
            <pc:docMk/>
            <pc:sldMk cId="375636626" sldId="256"/>
            <ac:cxnSpMk id="148" creationId="{1DEDD8E9-E4E0-EBCE-0241-0324A0D2E8CE}"/>
          </ac:cxnSpMkLst>
        </pc:cxnChg>
        <pc:cxnChg chg="add mod">
          <ac:chgData name="Adam Biggs" userId="d68bd93e-7d2f-407b-9605-539036e28a32" providerId="ADAL" clId="{2F6C623C-8AC9-4C9D-B4A1-946194471CEF}" dt="2022-12-08T11:01:22.930" v="874" actId="14100"/>
          <ac:cxnSpMkLst>
            <pc:docMk/>
            <pc:sldMk cId="375636626" sldId="256"/>
            <ac:cxnSpMk id="165" creationId="{3ADEEF1F-C96E-0064-E71A-C6AD14B26788}"/>
          </ac:cxnSpMkLst>
        </pc:cxnChg>
        <pc:cxnChg chg="add del mod">
          <ac:chgData name="Adam Biggs" userId="d68bd93e-7d2f-407b-9605-539036e28a32" providerId="ADAL" clId="{2F6C623C-8AC9-4C9D-B4A1-946194471CEF}" dt="2022-12-08T11:06:43.460" v="951" actId="478"/>
          <ac:cxnSpMkLst>
            <pc:docMk/>
            <pc:sldMk cId="375636626" sldId="256"/>
            <ac:cxnSpMk id="166" creationId="{7A0BDB2A-2C3C-C038-C368-99E01CBB366B}"/>
          </ac:cxnSpMkLst>
        </pc:cxnChg>
        <pc:cxnChg chg="add mod">
          <ac:chgData name="Adam Biggs" userId="d68bd93e-7d2f-407b-9605-539036e28a32" providerId="ADAL" clId="{2F6C623C-8AC9-4C9D-B4A1-946194471CEF}" dt="2022-12-08T11:01:49.108" v="880" actId="14100"/>
          <ac:cxnSpMkLst>
            <pc:docMk/>
            <pc:sldMk cId="375636626" sldId="256"/>
            <ac:cxnSpMk id="168" creationId="{6263F014-7853-4E8A-A6AA-0D83FEC7372D}"/>
          </ac:cxnSpMkLst>
        </pc:cxnChg>
        <pc:cxnChg chg="add mod">
          <ac:chgData name="Adam Biggs" userId="d68bd93e-7d2f-407b-9605-539036e28a32" providerId="ADAL" clId="{2F6C623C-8AC9-4C9D-B4A1-946194471CEF}" dt="2022-12-08T11:01:52.818" v="881" actId="14100"/>
          <ac:cxnSpMkLst>
            <pc:docMk/>
            <pc:sldMk cId="375636626" sldId="256"/>
            <ac:cxnSpMk id="171" creationId="{B4F72F45-A00E-1810-7395-F1D5644C2AC6}"/>
          </ac:cxnSpMkLst>
        </pc:cxnChg>
        <pc:cxnChg chg="add mod">
          <ac:chgData name="Adam Biggs" userId="d68bd93e-7d2f-407b-9605-539036e28a32" providerId="ADAL" clId="{2F6C623C-8AC9-4C9D-B4A1-946194471CEF}" dt="2022-12-08T11:02:06.915" v="885" actId="14100"/>
          <ac:cxnSpMkLst>
            <pc:docMk/>
            <pc:sldMk cId="375636626" sldId="256"/>
            <ac:cxnSpMk id="174" creationId="{8DE8CB84-7C3D-E25B-4D77-B4A45B4B2C9E}"/>
          </ac:cxnSpMkLst>
        </pc:cxnChg>
        <pc:cxnChg chg="add mod">
          <ac:chgData name="Adam Biggs" userId="d68bd93e-7d2f-407b-9605-539036e28a32" providerId="ADAL" clId="{2F6C623C-8AC9-4C9D-B4A1-946194471CEF}" dt="2022-12-08T11:02:22.283" v="889" actId="14100"/>
          <ac:cxnSpMkLst>
            <pc:docMk/>
            <pc:sldMk cId="375636626" sldId="256"/>
            <ac:cxnSpMk id="178" creationId="{F744A5FB-6FF0-9B50-E794-B45350B8569B}"/>
          </ac:cxnSpMkLst>
        </pc:cxnChg>
        <pc:cxnChg chg="add mod">
          <ac:chgData name="Adam Biggs" userId="d68bd93e-7d2f-407b-9605-539036e28a32" providerId="ADAL" clId="{2F6C623C-8AC9-4C9D-B4A1-946194471CEF}" dt="2022-12-08T11:02:31.611" v="892" actId="14100"/>
          <ac:cxnSpMkLst>
            <pc:docMk/>
            <pc:sldMk cId="375636626" sldId="256"/>
            <ac:cxnSpMk id="180" creationId="{E671FC0A-EA03-0A87-047E-CBFB617E562D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BF144-FCBE-1EB6-3FE5-2E6446E4CD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17CCFF-B7DD-19D5-46C8-BF155BA58E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2D12F9-04F6-4E0B-5E34-363A888B6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300DC-A299-4C1D-B2E2-14C134DE9E9A}" type="datetimeFigureOut">
              <a:rPr lang="en-GB" smtClean="0"/>
              <a:t>08/12/2022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E3DC6C-C742-1EA2-1AA4-74527E3CE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F50E7A-2FA1-7848-EA36-61529A62C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6A49D-318A-4308-A3F1-9F0BC0693C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9302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F5967-EB2D-B92A-E6A3-5F26D8D1B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CF530-D101-CAB1-D789-EEBA903EF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F0C206-42E1-F83E-F92D-AD5A55E3A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300DC-A299-4C1D-B2E2-14C134DE9E9A}" type="datetimeFigureOut">
              <a:rPr lang="en-GB" smtClean="0"/>
              <a:t>08/12/2022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9982D8-4F3F-4F16-8244-60BDE8D64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95AAB-EFDE-E8B0-FAD1-437CF0417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6A49D-318A-4308-A3F1-9F0BC0693C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7748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C3ACE-2858-A859-69C0-D8B75A24B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74C431-9FF6-71F8-C7C9-5F10F6F97E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E352AD-0621-55A0-B1E5-C7F1EB410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300DC-A299-4C1D-B2E2-14C134DE9E9A}" type="datetimeFigureOut">
              <a:rPr lang="en-GB" smtClean="0"/>
              <a:t>08/12/2022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27D0C1-DA6E-0243-E6FF-204F157DE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3F395-0296-16CA-CD92-F0745BEC4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6A49D-318A-4308-A3F1-9F0BC0693C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5517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B3E66-C2D4-8499-DFD6-136990E86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2BD5A-4190-97FA-4CD1-8617276A5B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E3CC7D-AC6E-C42E-1E92-69AE5237E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1D55B9-2FDD-8658-9D90-97E075CF8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300DC-A299-4C1D-B2E2-14C134DE9E9A}" type="datetimeFigureOut">
              <a:rPr lang="en-GB" smtClean="0"/>
              <a:t>08/12/2022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EF715D-04C7-16D1-B262-F65E9A48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0FA583-5497-4B83-3228-AAE6726C5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6A49D-318A-4308-A3F1-9F0BC0693C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7239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23A29-D1DE-CC41-60BE-A154733E2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DDFBED-7996-22C8-0D09-2C0A9C757C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F1E0A4-F75E-04D3-3BE1-E4D3AECF41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FEB650-A432-556B-3029-CAD1D7479C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5BD83A-61E4-830A-9A21-41D0F50E4F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16ADCB-B554-1E61-B604-66AD0886B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300DC-A299-4C1D-B2E2-14C134DE9E9A}" type="datetimeFigureOut">
              <a:rPr lang="en-GB" smtClean="0"/>
              <a:t>08/12/2022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43719D-1374-F0ED-84EA-F71C935A5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0815BA-C3FA-9A2D-864E-4E8BDF5E4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6A49D-318A-4308-A3F1-9F0BC0693C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3569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10986-87A3-96EF-DA67-0D411E97E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373035-C49A-AD1A-B362-4D4A91DAD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300DC-A299-4C1D-B2E2-14C134DE9E9A}" type="datetimeFigureOut">
              <a:rPr lang="en-GB" smtClean="0"/>
              <a:t>08/12/2022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45C06B-32EC-0196-16FF-BA96D9220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3CD15B-9568-196F-7937-E03FDE78F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6A49D-318A-4308-A3F1-9F0BC0693C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8028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899EF7-1901-4894-8B54-863987DD6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300DC-A299-4C1D-B2E2-14C134DE9E9A}" type="datetimeFigureOut">
              <a:rPr lang="en-GB" smtClean="0"/>
              <a:t>08/12/2022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CC94D0-63F2-154A-094A-BD2006B92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72DB0E-46D8-1889-7225-0F97F80BC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6A49D-318A-4308-A3F1-9F0BC0693C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8988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CADE5-847E-1F64-A5BC-368C407B5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D6628-BA7D-073F-3295-CFF8B38A13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F0478F-0EF7-6BCC-CF65-A0161E3A97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86007D-B579-864A-7B12-E70846BDC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300DC-A299-4C1D-B2E2-14C134DE9E9A}" type="datetimeFigureOut">
              <a:rPr lang="en-GB" smtClean="0"/>
              <a:t>08/12/2022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9C592A-3299-5CB2-1300-539B7E239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8F5519-47D4-983E-59E3-23729CE1F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6A49D-318A-4308-A3F1-9F0BC0693C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9615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7CAB2-DBC4-0F10-A0F3-79BBC3479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639B83-0313-9726-6962-460EFCD443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8C6B2D-F599-7E34-15C4-5CB0A3623E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9F084C-93BC-1DE5-5BED-F12AB8E5F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300DC-A299-4C1D-B2E2-14C134DE9E9A}" type="datetimeFigureOut">
              <a:rPr lang="en-GB" smtClean="0"/>
              <a:t>08/12/2022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19709A-EE7D-99F9-DC20-5132A577E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DDFFC7-A99C-0B9E-2442-3786EC29B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6A49D-318A-4308-A3F1-9F0BC0693C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0114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F2F43-5C8F-2C2F-D2A7-0677F358B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562E86-95AA-FE89-F12A-D9FEB1A08A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6D2206-F741-CCAB-2EDE-7C48A2020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300DC-A299-4C1D-B2E2-14C134DE9E9A}" type="datetimeFigureOut">
              <a:rPr lang="en-GB" smtClean="0"/>
              <a:t>08/12/2022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04AF01-F3EA-B545-F778-F8375C30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8B2E1-FB13-6E2C-09EF-86B2E0F94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6A49D-318A-4308-A3F1-9F0BC0693C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8810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75D90A-4494-CEBE-1587-67D9482ED4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0669F4-9F7A-F82C-0642-DC30CFAD9B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02EE52-9771-4222-80D3-79222A8C1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300DC-A299-4C1D-B2E2-14C134DE9E9A}" type="datetimeFigureOut">
              <a:rPr lang="en-GB" smtClean="0"/>
              <a:t>08/12/2022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F6901-2142-D33F-6CDF-F9C1A2BC9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3E6B84-F7B6-F4C9-C1E0-B6437F305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6A49D-318A-4308-A3F1-9F0BC0693C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9168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48EAE5-660C-81C6-D2F4-9F56504AE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1683D9-41B9-204F-8706-0C67778269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4E6F8D-F73A-3B05-1734-E349DF589A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300DC-A299-4C1D-B2E2-14C134DE9E9A}" type="datetimeFigureOut">
              <a:rPr lang="en-GB" smtClean="0"/>
              <a:t>08/12/2022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094E0-C01B-41DF-833C-8BF65CF4BE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0FC8FA-97B5-4B51-5ED3-CB7ECAA056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F6A49D-318A-4308-A3F1-9F0BC0693C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84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Terminator 3">
            <a:extLst>
              <a:ext uri="{FF2B5EF4-FFF2-40B4-BE49-F238E27FC236}">
                <a16:creationId xmlns:a16="http://schemas.microsoft.com/office/drawing/2014/main" id="{4119DC8D-5231-8EDE-CBE1-EC26F0451F62}"/>
              </a:ext>
            </a:extLst>
          </p:cNvPr>
          <p:cNvSpPr/>
          <p:nvPr/>
        </p:nvSpPr>
        <p:spPr>
          <a:xfrm>
            <a:off x="2019051" y="932320"/>
            <a:ext cx="1549730" cy="294769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START</a:t>
            </a:r>
          </a:p>
        </p:txBody>
      </p:sp>
      <p:sp>
        <p:nvSpPr>
          <p:cNvPr id="5" name="Flowchart: Manual Input 4">
            <a:extLst>
              <a:ext uri="{FF2B5EF4-FFF2-40B4-BE49-F238E27FC236}">
                <a16:creationId xmlns:a16="http://schemas.microsoft.com/office/drawing/2014/main" id="{689B5A17-4E2B-4495-339A-B391EB25ACB7}"/>
              </a:ext>
            </a:extLst>
          </p:cNvPr>
          <p:cNvSpPr/>
          <p:nvPr/>
        </p:nvSpPr>
        <p:spPr>
          <a:xfrm>
            <a:off x="2071749" y="1336305"/>
            <a:ext cx="1448790" cy="552202"/>
          </a:xfrm>
          <a:prstGeom prst="flowChartManualIn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Input: Name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761031E-7549-7DCF-12FD-507947B34525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2793916" y="1227089"/>
            <a:ext cx="2228" cy="1644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lowchart: Decision 7">
            <a:extLst>
              <a:ext uri="{FF2B5EF4-FFF2-40B4-BE49-F238E27FC236}">
                <a16:creationId xmlns:a16="http://schemas.microsoft.com/office/drawing/2014/main" id="{25597399-9F28-B36B-D47F-BD7116D3CF50}"/>
              </a:ext>
            </a:extLst>
          </p:cNvPr>
          <p:cNvSpPr/>
          <p:nvPr/>
        </p:nvSpPr>
        <p:spPr>
          <a:xfrm>
            <a:off x="1831274" y="2134920"/>
            <a:ext cx="1929740" cy="834242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Is Name Valid?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C07E6FE-A0D8-85A1-46BE-1D25F50091FA}"/>
              </a:ext>
            </a:extLst>
          </p:cNvPr>
          <p:cNvCxnSpPr>
            <a:stCxn id="5" idx="2"/>
            <a:endCxn id="8" idx="0"/>
          </p:cNvCxnSpPr>
          <p:nvPr/>
        </p:nvCxnSpPr>
        <p:spPr>
          <a:xfrm>
            <a:off x="2796144" y="1888507"/>
            <a:ext cx="0" cy="2464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0F492EB-2A9F-803E-7C04-6F2922AFB5A1}"/>
              </a:ext>
            </a:extLst>
          </p:cNvPr>
          <p:cNvCxnSpPr>
            <a:cxnSpLocks/>
          </p:cNvCxnSpPr>
          <p:nvPr/>
        </p:nvCxnSpPr>
        <p:spPr>
          <a:xfrm flipH="1" flipV="1">
            <a:off x="3513776" y="1640935"/>
            <a:ext cx="531420" cy="65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1DD4688-932C-3DD0-661B-C33E3B06B6AC}"/>
              </a:ext>
            </a:extLst>
          </p:cNvPr>
          <p:cNvCxnSpPr>
            <a:cxnSpLocks/>
            <a:stCxn id="8" idx="2"/>
            <a:endCxn id="17" idx="0"/>
          </p:cNvCxnSpPr>
          <p:nvPr/>
        </p:nvCxnSpPr>
        <p:spPr>
          <a:xfrm>
            <a:off x="2796144" y="2969162"/>
            <a:ext cx="2227" cy="3007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lowchart: Manual Input 16">
            <a:extLst>
              <a:ext uri="{FF2B5EF4-FFF2-40B4-BE49-F238E27FC236}">
                <a16:creationId xmlns:a16="http://schemas.microsoft.com/office/drawing/2014/main" id="{153B4B5D-41B1-9E99-EB58-54A1DFF00EEC}"/>
              </a:ext>
            </a:extLst>
          </p:cNvPr>
          <p:cNvSpPr/>
          <p:nvPr/>
        </p:nvSpPr>
        <p:spPr>
          <a:xfrm>
            <a:off x="2071749" y="3233988"/>
            <a:ext cx="1453243" cy="358875"/>
          </a:xfrm>
          <a:prstGeom prst="flowChartManualIn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Input: Direction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39272FD-919C-F4A2-1829-CB0299FD571B}"/>
              </a:ext>
            </a:extLst>
          </p:cNvPr>
          <p:cNvSpPr/>
          <p:nvPr/>
        </p:nvSpPr>
        <p:spPr>
          <a:xfrm>
            <a:off x="1793421" y="3752785"/>
            <a:ext cx="2000992" cy="3607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Calculate Cosine Similarity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F01189C-31F2-844A-F74B-8BCE524B8F81}"/>
              </a:ext>
            </a:extLst>
          </p:cNvPr>
          <p:cNvSpPr txBox="1"/>
          <p:nvPr/>
        </p:nvSpPr>
        <p:spPr>
          <a:xfrm>
            <a:off x="3618511" y="1962246"/>
            <a:ext cx="8668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False</a:t>
            </a:r>
            <a:endParaRPr lang="en-GB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6EA901-0B8C-DE44-2A80-CF52002B5590}"/>
              </a:ext>
            </a:extLst>
          </p:cNvPr>
          <p:cNvSpPr txBox="1"/>
          <p:nvPr/>
        </p:nvSpPr>
        <p:spPr>
          <a:xfrm>
            <a:off x="2796143" y="2903670"/>
            <a:ext cx="8668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True</a:t>
            </a:r>
            <a:endParaRPr lang="en-GB" sz="1200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CA3E14D-667B-99B6-B4D3-BD3DCD641581}"/>
              </a:ext>
            </a:extLst>
          </p:cNvPr>
          <p:cNvCxnSpPr>
            <a:cxnSpLocks/>
            <a:stCxn id="17" idx="2"/>
            <a:endCxn id="19" idx="0"/>
          </p:cNvCxnSpPr>
          <p:nvPr/>
        </p:nvCxnSpPr>
        <p:spPr>
          <a:xfrm flipH="1">
            <a:off x="2793917" y="3592863"/>
            <a:ext cx="4454" cy="1599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Flowchart: Decision 35">
            <a:extLst>
              <a:ext uri="{FF2B5EF4-FFF2-40B4-BE49-F238E27FC236}">
                <a16:creationId xmlns:a16="http://schemas.microsoft.com/office/drawing/2014/main" id="{D50C867F-BB47-2897-CD7D-CCAF6565B6E9}"/>
              </a:ext>
            </a:extLst>
          </p:cNvPr>
          <p:cNvSpPr/>
          <p:nvPr/>
        </p:nvSpPr>
        <p:spPr>
          <a:xfrm>
            <a:off x="1829047" y="4219457"/>
            <a:ext cx="1929740" cy="834242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Most similar found?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90F1E6B-25A5-F45B-02D7-54E6B7EBACA6}"/>
              </a:ext>
            </a:extLst>
          </p:cNvPr>
          <p:cNvCxnSpPr>
            <a:stCxn id="19" idx="2"/>
            <a:endCxn id="36" idx="0"/>
          </p:cNvCxnSpPr>
          <p:nvPr/>
        </p:nvCxnSpPr>
        <p:spPr>
          <a:xfrm>
            <a:off x="2793917" y="4113498"/>
            <a:ext cx="0" cy="1059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B375C6F-7D71-6FFD-B57C-FCA26915972B}"/>
              </a:ext>
            </a:extLst>
          </p:cNvPr>
          <p:cNvCxnSpPr>
            <a:stCxn id="36" idx="2"/>
          </p:cNvCxnSpPr>
          <p:nvPr/>
        </p:nvCxnSpPr>
        <p:spPr>
          <a:xfrm>
            <a:off x="2793917" y="5053699"/>
            <a:ext cx="0" cy="207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51D83D8-A516-5A19-E795-C5FAC55984F5}"/>
              </a:ext>
            </a:extLst>
          </p:cNvPr>
          <p:cNvCxnSpPr>
            <a:stCxn id="36" idx="3"/>
          </p:cNvCxnSpPr>
          <p:nvPr/>
        </p:nvCxnSpPr>
        <p:spPr>
          <a:xfrm>
            <a:off x="3758787" y="4636578"/>
            <a:ext cx="2931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963F915-3B65-F131-65E4-72386827E97D}"/>
              </a:ext>
            </a:extLst>
          </p:cNvPr>
          <p:cNvCxnSpPr>
            <a:cxnSpLocks/>
          </p:cNvCxnSpPr>
          <p:nvPr/>
        </p:nvCxnSpPr>
        <p:spPr>
          <a:xfrm flipV="1">
            <a:off x="4051959" y="3413425"/>
            <a:ext cx="0" cy="12231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B78BC49-1BAD-E7CC-7F33-0D047236EE9F}"/>
              </a:ext>
            </a:extLst>
          </p:cNvPr>
          <p:cNvCxnSpPr>
            <a:cxnSpLocks/>
            <a:endCxn id="17" idx="3"/>
          </p:cNvCxnSpPr>
          <p:nvPr/>
        </p:nvCxnSpPr>
        <p:spPr>
          <a:xfrm flipH="1">
            <a:off x="3524992" y="3413425"/>
            <a:ext cx="53142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FB5E113-5999-5F73-09E3-A4F9DEC55CA9}"/>
              </a:ext>
            </a:extLst>
          </p:cNvPr>
          <p:cNvCxnSpPr/>
          <p:nvPr/>
        </p:nvCxnSpPr>
        <p:spPr>
          <a:xfrm>
            <a:off x="3758787" y="2552041"/>
            <a:ext cx="2931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F28023B-DF95-12F9-CE2E-5A3D2F40E4F3}"/>
              </a:ext>
            </a:extLst>
          </p:cNvPr>
          <p:cNvCxnSpPr>
            <a:cxnSpLocks/>
          </p:cNvCxnSpPr>
          <p:nvPr/>
        </p:nvCxnSpPr>
        <p:spPr>
          <a:xfrm flipV="1">
            <a:off x="4045196" y="1640014"/>
            <a:ext cx="0" cy="9120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7758D8C1-9A33-F4A9-B137-0A310EFD7AFB}"/>
              </a:ext>
            </a:extLst>
          </p:cNvPr>
          <p:cNvSpPr txBox="1"/>
          <p:nvPr/>
        </p:nvSpPr>
        <p:spPr>
          <a:xfrm>
            <a:off x="3620820" y="4279865"/>
            <a:ext cx="8668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False</a:t>
            </a:r>
            <a:endParaRPr lang="en-GB" sz="12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29F5C61-3BF6-33F6-7E15-3D992E18C994}"/>
              </a:ext>
            </a:extLst>
          </p:cNvPr>
          <p:cNvSpPr txBox="1"/>
          <p:nvPr/>
        </p:nvSpPr>
        <p:spPr>
          <a:xfrm>
            <a:off x="2946650" y="4889411"/>
            <a:ext cx="8668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True</a:t>
            </a:r>
            <a:endParaRPr lang="en-GB" sz="1200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87BD6D42-882E-6056-8426-354049BF81A1}"/>
              </a:ext>
            </a:extLst>
          </p:cNvPr>
          <p:cNvSpPr/>
          <p:nvPr/>
        </p:nvSpPr>
        <p:spPr>
          <a:xfrm>
            <a:off x="1801421" y="5261099"/>
            <a:ext cx="2000992" cy="3607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Create Dialogue Tree</a:t>
            </a:r>
          </a:p>
        </p:txBody>
      </p:sp>
      <p:sp>
        <p:nvSpPr>
          <p:cNvPr id="63" name="Flowchart: Decision 62">
            <a:extLst>
              <a:ext uri="{FF2B5EF4-FFF2-40B4-BE49-F238E27FC236}">
                <a16:creationId xmlns:a16="http://schemas.microsoft.com/office/drawing/2014/main" id="{D131AB16-33D1-6E0A-3078-E778AC516CED}"/>
              </a:ext>
            </a:extLst>
          </p:cNvPr>
          <p:cNvSpPr/>
          <p:nvPr/>
        </p:nvSpPr>
        <p:spPr>
          <a:xfrm>
            <a:off x="1755815" y="5737394"/>
            <a:ext cx="2076203" cy="927811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Has ‘wares’ question been reached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CEAD1F48-39FE-84A5-D175-F43133C7F565}"/>
              </a:ext>
            </a:extLst>
          </p:cNvPr>
          <p:cNvCxnSpPr>
            <a:stCxn id="62" idx="2"/>
            <a:endCxn id="63" idx="0"/>
          </p:cNvCxnSpPr>
          <p:nvPr/>
        </p:nvCxnSpPr>
        <p:spPr>
          <a:xfrm flipH="1">
            <a:off x="2793917" y="5621812"/>
            <a:ext cx="8000" cy="1155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Flowchart: Manual Input 66">
            <a:extLst>
              <a:ext uri="{FF2B5EF4-FFF2-40B4-BE49-F238E27FC236}">
                <a16:creationId xmlns:a16="http://schemas.microsoft.com/office/drawing/2014/main" id="{F7A30EFF-399F-7C3F-0A3D-6058190B78E8}"/>
              </a:ext>
            </a:extLst>
          </p:cNvPr>
          <p:cNvSpPr/>
          <p:nvPr/>
        </p:nvSpPr>
        <p:spPr>
          <a:xfrm>
            <a:off x="4087090" y="5990111"/>
            <a:ext cx="1564410" cy="417039"/>
          </a:xfrm>
          <a:prstGeom prst="flowChartManualIn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Input: Dialogue Question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6BF39202-E474-11FB-0137-6AA113F5EA64}"/>
              </a:ext>
            </a:extLst>
          </p:cNvPr>
          <p:cNvCxnSpPr>
            <a:cxnSpLocks/>
            <a:stCxn id="63" idx="3"/>
            <a:endCxn id="67" idx="1"/>
          </p:cNvCxnSpPr>
          <p:nvPr/>
        </p:nvCxnSpPr>
        <p:spPr>
          <a:xfrm flipV="1">
            <a:off x="3832018" y="6198631"/>
            <a:ext cx="255072" cy="26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29453174-0247-219C-20E5-7E1AF6011EC2}"/>
              </a:ext>
            </a:extLst>
          </p:cNvPr>
          <p:cNvSpPr/>
          <p:nvPr/>
        </p:nvSpPr>
        <p:spPr>
          <a:xfrm>
            <a:off x="4095008" y="5289201"/>
            <a:ext cx="2000992" cy="3607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Add extra dialogue options to Dialogue Tree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2E77A7EC-2893-B2DA-461D-AA10A7410516}"/>
              </a:ext>
            </a:extLst>
          </p:cNvPr>
          <p:cNvCxnSpPr>
            <a:cxnSpLocks/>
            <a:stCxn id="67" idx="0"/>
            <a:endCxn id="72" idx="2"/>
          </p:cNvCxnSpPr>
          <p:nvPr/>
        </p:nvCxnSpPr>
        <p:spPr>
          <a:xfrm flipV="1">
            <a:off x="4869295" y="5649914"/>
            <a:ext cx="226209" cy="3819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DE1DA6EA-7A63-E15A-6721-867CDFB76F6A}"/>
              </a:ext>
            </a:extLst>
          </p:cNvPr>
          <p:cNvCxnSpPr>
            <a:cxnSpLocks/>
            <a:endCxn id="62" idx="3"/>
          </p:cNvCxnSpPr>
          <p:nvPr/>
        </p:nvCxnSpPr>
        <p:spPr>
          <a:xfrm flipH="1">
            <a:off x="3802413" y="5441456"/>
            <a:ext cx="2846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E480805E-03ED-A922-C774-810D6639BF4D}"/>
              </a:ext>
            </a:extLst>
          </p:cNvPr>
          <p:cNvCxnSpPr>
            <a:stCxn id="63" idx="2"/>
          </p:cNvCxnSpPr>
          <p:nvPr/>
        </p:nvCxnSpPr>
        <p:spPr>
          <a:xfrm flipH="1">
            <a:off x="2793916" y="6665205"/>
            <a:ext cx="1" cy="1163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4A02CE61-1287-BB32-7AC9-B82A6AD0C2AE}"/>
              </a:ext>
            </a:extLst>
          </p:cNvPr>
          <p:cNvCxnSpPr>
            <a:cxnSpLocks/>
          </p:cNvCxnSpPr>
          <p:nvPr/>
        </p:nvCxnSpPr>
        <p:spPr>
          <a:xfrm>
            <a:off x="2801917" y="6780787"/>
            <a:ext cx="45978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5D0B67E4-8F2F-38BC-CEA3-D7F0BE1C9897}"/>
              </a:ext>
            </a:extLst>
          </p:cNvPr>
          <p:cNvCxnSpPr/>
          <p:nvPr/>
        </p:nvCxnSpPr>
        <p:spPr>
          <a:xfrm flipV="1">
            <a:off x="7399729" y="6568788"/>
            <a:ext cx="0" cy="2219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Flowchart: Manual Input 91">
            <a:extLst>
              <a:ext uri="{FF2B5EF4-FFF2-40B4-BE49-F238E27FC236}">
                <a16:creationId xmlns:a16="http://schemas.microsoft.com/office/drawing/2014/main" id="{4CA4E0D4-3B4E-E49E-5EED-A62F5CA43844}"/>
              </a:ext>
            </a:extLst>
          </p:cNvPr>
          <p:cNvSpPr/>
          <p:nvPr/>
        </p:nvSpPr>
        <p:spPr>
          <a:xfrm>
            <a:off x="6611174" y="6151749"/>
            <a:ext cx="1564410" cy="417039"/>
          </a:xfrm>
          <a:prstGeom prst="flowChartManualIn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Input: Potion Characteristics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E137E396-D2A3-6A63-E266-8D411AA544FC}"/>
              </a:ext>
            </a:extLst>
          </p:cNvPr>
          <p:cNvSpPr/>
          <p:nvPr/>
        </p:nvSpPr>
        <p:spPr>
          <a:xfrm>
            <a:off x="8415068" y="6167840"/>
            <a:ext cx="2000992" cy="3607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Information Retrieval from Dataset 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BABAAE97-DED1-5E64-AEAD-26747E43C757}"/>
              </a:ext>
            </a:extLst>
          </p:cNvPr>
          <p:cNvCxnSpPr>
            <a:stCxn id="92" idx="3"/>
            <a:endCxn id="93" idx="1"/>
          </p:cNvCxnSpPr>
          <p:nvPr/>
        </p:nvCxnSpPr>
        <p:spPr>
          <a:xfrm flipV="1">
            <a:off x="8175584" y="6348197"/>
            <a:ext cx="239484" cy="12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Flowchart: Decision 96">
            <a:extLst>
              <a:ext uri="{FF2B5EF4-FFF2-40B4-BE49-F238E27FC236}">
                <a16:creationId xmlns:a16="http://schemas.microsoft.com/office/drawing/2014/main" id="{2B028AF5-F44A-1700-97BF-A6A6BEC19F2A}"/>
              </a:ext>
            </a:extLst>
          </p:cNvPr>
          <p:cNvSpPr/>
          <p:nvPr/>
        </p:nvSpPr>
        <p:spPr>
          <a:xfrm>
            <a:off x="8377463" y="4981688"/>
            <a:ext cx="2076203" cy="927811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User wants this potion</a:t>
            </a: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9B3E7ACD-502E-05AB-B137-48DCEE3DB509}"/>
              </a:ext>
            </a:extLst>
          </p:cNvPr>
          <p:cNvCxnSpPr>
            <a:stCxn id="93" idx="0"/>
            <a:endCxn id="97" idx="2"/>
          </p:cNvCxnSpPr>
          <p:nvPr/>
        </p:nvCxnSpPr>
        <p:spPr>
          <a:xfrm flipV="1">
            <a:off x="9415564" y="5909499"/>
            <a:ext cx="1" cy="2583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ED2806A7-150A-AE8A-A380-45EB1BDC93BF}"/>
              </a:ext>
            </a:extLst>
          </p:cNvPr>
          <p:cNvCxnSpPr>
            <a:stCxn id="97" idx="1"/>
          </p:cNvCxnSpPr>
          <p:nvPr/>
        </p:nvCxnSpPr>
        <p:spPr>
          <a:xfrm flipH="1" flipV="1">
            <a:off x="7399729" y="5445593"/>
            <a:ext cx="977734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24D8A192-8BE0-4B96-A2CB-1CC90BCA8BFD}"/>
              </a:ext>
            </a:extLst>
          </p:cNvPr>
          <p:cNvCxnSpPr>
            <a:endCxn id="92" idx="0"/>
          </p:cNvCxnSpPr>
          <p:nvPr/>
        </p:nvCxnSpPr>
        <p:spPr>
          <a:xfrm flipH="1">
            <a:off x="7393379" y="5445593"/>
            <a:ext cx="6350" cy="747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Flowchart: Manual Input 103">
            <a:extLst>
              <a:ext uri="{FF2B5EF4-FFF2-40B4-BE49-F238E27FC236}">
                <a16:creationId xmlns:a16="http://schemas.microsoft.com/office/drawing/2014/main" id="{A05F1E9D-609A-3AE2-C0D4-3040C5F87D46}"/>
              </a:ext>
            </a:extLst>
          </p:cNvPr>
          <p:cNvSpPr/>
          <p:nvPr/>
        </p:nvSpPr>
        <p:spPr>
          <a:xfrm>
            <a:off x="8626185" y="4175713"/>
            <a:ext cx="1578760" cy="621421"/>
          </a:xfrm>
          <a:prstGeom prst="flowChartManualIn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Input: User enters description of the witch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08D00775-CE79-246B-1E07-C444C900DEAD}"/>
              </a:ext>
            </a:extLst>
          </p:cNvPr>
          <p:cNvSpPr/>
          <p:nvPr/>
        </p:nvSpPr>
        <p:spPr>
          <a:xfrm>
            <a:off x="6435271" y="4312420"/>
            <a:ext cx="2000992" cy="3607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Sentiment Analyser processes input</a:t>
            </a:r>
          </a:p>
        </p:txBody>
      </p:sp>
      <p:sp>
        <p:nvSpPr>
          <p:cNvPr id="106" name="Flowchart: Decision 105">
            <a:extLst>
              <a:ext uri="{FF2B5EF4-FFF2-40B4-BE49-F238E27FC236}">
                <a16:creationId xmlns:a16="http://schemas.microsoft.com/office/drawing/2014/main" id="{1A0030F8-DDBA-FAD3-8EC6-A31D5A44FD9B}"/>
              </a:ext>
            </a:extLst>
          </p:cNvPr>
          <p:cNvSpPr/>
          <p:nvPr/>
        </p:nvSpPr>
        <p:spPr>
          <a:xfrm>
            <a:off x="6273305" y="3121495"/>
            <a:ext cx="2319647" cy="948209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Is sentiment positive, negative or neither?</a:t>
            </a: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1CFCC5EB-C76C-94DA-2066-A8EA376638AB}"/>
              </a:ext>
            </a:extLst>
          </p:cNvPr>
          <p:cNvCxnSpPr>
            <a:stCxn id="104" idx="1"/>
            <a:endCxn id="105" idx="3"/>
          </p:cNvCxnSpPr>
          <p:nvPr/>
        </p:nvCxnSpPr>
        <p:spPr>
          <a:xfrm flipH="1">
            <a:off x="8436263" y="4486424"/>
            <a:ext cx="189922" cy="63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2EE7B32B-7075-21FA-19E5-18191CCFB7A6}"/>
              </a:ext>
            </a:extLst>
          </p:cNvPr>
          <p:cNvCxnSpPr>
            <a:stCxn id="105" idx="0"/>
            <a:endCxn id="106" idx="2"/>
          </p:cNvCxnSpPr>
          <p:nvPr/>
        </p:nvCxnSpPr>
        <p:spPr>
          <a:xfrm flipH="1" flipV="1">
            <a:off x="7433129" y="4069704"/>
            <a:ext cx="2638" cy="242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014497EA-E009-DD34-1B30-5F7ADB476910}"/>
              </a:ext>
            </a:extLst>
          </p:cNvPr>
          <p:cNvCxnSpPr>
            <a:stCxn id="97" idx="0"/>
            <a:endCxn id="104" idx="2"/>
          </p:cNvCxnSpPr>
          <p:nvPr/>
        </p:nvCxnSpPr>
        <p:spPr>
          <a:xfrm flipV="1">
            <a:off x="9415565" y="4797134"/>
            <a:ext cx="0" cy="1845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Flowchart: Manual Input 112">
            <a:extLst>
              <a:ext uri="{FF2B5EF4-FFF2-40B4-BE49-F238E27FC236}">
                <a16:creationId xmlns:a16="http://schemas.microsoft.com/office/drawing/2014/main" id="{C2E14C14-EB65-5886-F079-43D948B49C3B}"/>
              </a:ext>
            </a:extLst>
          </p:cNvPr>
          <p:cNvSpPr/>
          <p:nvPr/>
        </p:nvSpPr>
        <p:spPr>
          <a:xfrm>
            <a:off x="6643748" y="2268121"/>
            <a:ext cx="1578760" cy="621421"/>
          </a:xfrm>
          <a:prstGeom prst="flowChartManualIn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Input: User enters two characters of their name</a:t>
            </a:r>
          </a:p>
        </p:txBody>
      </p:sp>
      <p:sp>
        <p:nvSpPr>
          <p:cNvPr id="114" name="Flowchart: Manual Input 113">
            <a:extLst>
              <a:ext uri="{FF2B5EF4-FFF2-40B4-BE49-F238E27FC236}">
                <a16:creationId xmlns:a16="http://schemas.microsoft.com/office/drawing/2014/main" id="{C27A9FD1-0B4C-8F16-8972-3BA26B4F6496}"/>
              </a:ext>
            </a:extLst>
          </p:cNvPr>
          <p:cNvSpPr/>
          <p:nvPr/>
        </p:nvSpPr>
        <p:spPr>
          <a:xfrm>
            <a:off x="4774043" y="2268121"/>
            <a:ext cx="1578760" cy="621421"/>
          </a:xfrm>
          <a:prstGeom prst="flowChartManualIn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Input: User enters Three characters of their name</a:t>
            </a:r>
          </a:p>
        </p:txBody>
      </p:sp>
      <p:sp>
        <p:nvSpPr>
          <p:cNvPr id="115" name="Flowchart: Manual Input 114">
            <a:extLst>
              <a:ext uri="{FF2B5EF4-FFF2-40B4-BE49-F238E27FC236}">
                <a16:creationId xmlns:a16="http://schemas.microsoft.com/office/drawing/2014/main" id="{D2BF8CCB-F044-DB54-DEC3-0FBCA8C89454}"/>
              </a:ext>
            </a:extLst>
          </p:cNvPr>
          <p:cNvSpPr/>
          <p:nvPr/>
        </p:nvSpPr>
        <p:spPr>
          <a:xfrm>
            <a:off x="8421748" y="2262022"/>
            <a:ext cx="1578760" cy="621421"/>
          </a:xfrm>
          <a:prstGeom prst="flowChartManualIn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Input: User enters one characters of their name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E9DE6CEB-9279-AC68-47DB-8E4206376B19}"/>
              </a:ext>
            </a:extLst>
          </p:cNvPr>
          <p:cNvSpPr/>
          <p:nvPr/>
        </p:nvSpPr>
        <p:spPr>
          <a:xfrm>
            <a:off x="6418117" y="1604352"/>
            <a:ext cx="2000992" cy="3607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Character(s) are removed from name</a:t>
            </a:r>
          </a:p>
        </p:txBody>
      </p:sp>
      <p:sp>
        <p:nvSpPr>
          <p:cNvPr id="118" name="Flowchart: Terminator 117">
            <a:extLst>
              <a:ext uri="{FF2B5EF4-FFF2-40B4-BE49-F238E27FC236}">
                <a16:creationId xmlns:a16="http://schemas.microsoft.com/office/drawing/2014/main" id="{04153C5E-E998-0A94-6804-B9E5991A29AA}"/>
              </a:ext>
            </a:extLst>
          </p:cNvPr>
          <p:cNvSpPr/>
          <p:nvPr/>
        </p:nvSpPr>
        <p:spPr>
          <a:xfrm>
            <a:off x="6629728" y="1039962"/>
            <a:ext cx="1549730" cy="308884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END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D0C0BC1B-863A-5F86-CD00-322961408300}"/>
              </a:ext>
            </a:extLst>
          </p:cNvPr>
          <p:cNvSpPr txBox="1"/>
          <p:nvPr/>
        </p:nvSpPr>
        <p:spPr>
          <a:xfrm>
            <a:off x="2368468" y="6610060"/>
            <a:ext cx="8668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True</a:t>
            </a:r>
            <a:endParaRPr lang="en-GB" sz="1200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5137A134-C2A4-D7CD-43BB-50E6D748003F}"/>
              </a:ext>
            </a:extLst>
          </p:cNvPr>
          <p:cNvSpPr txBox="1"/>
          <p:nvPr/>
        </p:nvSpPr>
        <p:spPr>
          <a:xfrm>
            <a:off x="3629314" y="5890139"/>
            <a:ext cx="8668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False</a:t>
            </a:r>
            <a:endParaRPr lang="en-GB" sz="1200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7ED35972-C21A-4978-7424-0B62125BDCDE}"/>
              </a:ext>
            </a:extLst>
          </p:cNvPr>
          <p:cNvSpPr txBox="1"/>
          <p:nvPr/>
        </p:nvSpPr>
        <p:spPr>
          <a:xfrm>
            <a:off x="8860147" y="4814970"/>
            <a:ext cx="8668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True</a:t>
            </a:r>
            <a:endParaRPr lang="en-GB" sz="1200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51F26FD0-CF6C-8965-EDAE-1E3F1B9E814A}"/>
              </a:ext>
            </a:extLst>
          </p:cNvPr>
          <p:cNvSpPr txBox="1"/>
          <p:nvPr/>
        </p:nvSpPr>
        <p:spPr>
          <a:xfrm>
            <a:off x="8002814" y="5231169"/>
            <a:ext cx="8668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False</a:t>
            </a:r>
            <a:endParaRPr lang="en-GB" sz="1200" dirty="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9112926E-985D-EF47-CC4C-87E72CEAB545}"/>
              </a:ext>
            </a:extLst>
          </p:cNvPr>
          <p:cNvSpPr txBox="1"/>
          <p:nvPr/>
        </p:nvSpPr>
        <p:spPr>
          <a:xfrm>
            <a:off x="8728280" y="3332096"/>
            <a:ext cx="8668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Positive</a:t>
            </a:r>
            <a:endParaRPr lang="en-GB" sz="1200" dirty="0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B081C6BC-1E02-3F9D-7D53-1D9E301FD89F}"/>
              </a:ext>
            </a:extLst>
          </p:cNvPr>
          <p:cNvSpPr txBox="1"/>
          <p:nvPr/>
        </p:nvSpPr>
        <p:spPr>
          <a:xfrm>
            <a:off x="7433128" y="2901861"/>
            <a:ext cx="8668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Neither</a:t>
            </a:r>
            <a:endParaRPr lang="en-GB" sz="1200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9F2D5D1B-C8D1-B0B7-F693-23FD83E135B2}"/>
              </a:ext>
            </a:extLst>
          </p:cNvPr>
          <p:cNvSpPr txBox="1"/>
          <p:nvPr/>
        </p:nvSpPr>
        <p:spPr>
          <a:xfrm>
            <a:off x="5379645" y="3332096"/>
            <a:ext cx="8668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Negative</a:t>
            </a:r>
            <a:endParaRPr lang="en-GB" sz="1200" dirty="0"/>
          </a:p>
        </p:txBody>
      </p: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2D998D83-299C-8714-5365-E3102B8A1429}"/>
              </a:ext>
            </a:extLst>
          </p:cNvPr>
          <p:cNvCxnSpPr>
            <a:stCxn id="106" idx="1"/>
            <a:endCxn id="114" idx="2"/>
          </p:cNvCxnSpPr>
          <p:nvPr/>
        </p:nvCxnSpPr>
        <p:spPr>
          <a:xfrm flipH="1" flipV="1">
            <a:off x="5563423" y="2889542"/>
            <a:ext cx="709882" cy="7060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1BA27CEB-BD7C-017F-0D08-94091DDB4F16}"/>
              </a:ext>
            </a:extLst>
          </p:cNvPr>
          <p:cNvCxnSpPr>
            <a:stCxn id="106" idx="0"/>
            <a:endCxn id="113" idx="2"/>
          </p:cNvCxnSpPr>
          <p:nvPr/>
        </p:nvCxnSpPr>
        <p:spPr>
          <a:xfrm flipH="1" flipV="1">
            <a:off x="7433128" y="2889542"/>
            <a:ext cx="1" cy="2319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0D899C64-E2B4-8436-5AFA-698BCE543445}"/>
              </a:ext>
            </a:extLst>
          </p:cNvPr>
          <p:cNvCxnSpPr>
            <a:stCxn id="106" idx="3"/>
            <a:endCxn id="115" idx="2"/>
          </p:cNvCxnSpPr>
          <p:nvPr/>
        </p:nvCxnSpPr>
        <p:spPr>
          <a:xfrm flipV="1">
            <a:off x="8592952" y="2883443"/>
            <a:ext cx="618176" cy="7121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1FF0A2E6-31EB-C259-293E-EE70E0EEBD7F}"/>
              </a:ext>
            </a:extLst>
          </p:cNvPr>
          <p:cNvCxnSpPr>
            <a:stCxn id="114" idx="0"/>
            <a:endCxn id="116" idx="1"/>
          </p:cNvCxnSpPr>
          <p:nvPr/>
        </p:nvCxnSpPr>
        <p:spPr>
          <a:xfrm flipV="1">
            <a:off x="5563423" y="1784709"/>
            <a:ext cx="854694" cy="5455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4D864CA6-EB07-52ED-7B02-DF5D00578A6D}"/>
              </a:ext>
            </a:extLst>
          </p:cNvPr>
          <p:cNvCxnSpPr>
            <a:stCxn id="113" idx="0"/>
            <a:endCxn id="116" idx="2"/>
          </p:cNvCxnSpPr>
          <p:nvPr/>
        </p:nvCxnSpPr>
        <p:spPr>
          <a:xfrm flipH="1" flipV="1">
            <a:off x="7418613" y="1965065"/>
            <a:ext cx="14515" cy="3651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8779E940-BDB2-F147-FEB9-518B895469E6}"/>
              </a:ext>
            </a:extLst>
          </p:cNvPr>
          <p:cNvCxnSpPr>
            <a:stCxn id="115" idx="0"/>
            <a:endCxn id="116" idx="3"/>
          </p:cNvCxnSpPr>
          <p:nvPr/>
        </p:nvCxnSpPr>
        <p:spPr>
          <a:xfrm flipH="1" flipV="1">
            <a:off x="8419109" y="1784709"/>
            <a:ext cx="792019" cy="5394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1DEDD8E9-E4E0-EBCE-0241-0324A0D2E8CE}"/>
              </a:ext>
            </a:extLst>
          </p:cNvPr>
          <p:cNvCxnSpPr>
            <a:cxnSpLocks/>
            <a:stCxn id="116" idx="0"/>
            <a:endCxn id="118" idx="2"/>
          </p:cNvCxnSpPr>
          <p:nvPr/>
        </p:nvCxnSpPr>
        <p:spPr>
          <a:xfrm flipH="1" flipV="1">
            <a:off x="7404593" y="1348846"/>
            <a:ext cx="14020" cy="2555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TextBox 155">
            <a:extLst>
              <a:ext uri="{FF2B5EF4-FFF2-40B4-BE49-F238E27FC236}">
                <a16:creationId xmlns:a16="http://schemas.microsoft.com/office/drawing/2014/main" id="{939CFD63-DF1E-8FF9-5B68-2801C8B50BC1}"/>
              </a:ext>
            </a:extLst>
          </p:cNvPr>
          <p:cNvSpPr txBox="1"/>
          <p:nvPr/>
        </p:nvSpPr>
        <p:spPr>
          <a:xfrm>
            <a:off x="4271446" y="4163194"/>
            <a:ext cx="19297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i="1" dirty="0"/>
              <a:t>Note: The Flowchart has omitted basic text output, as it can be assumed to occur after every process.</a:t>
            </a:r>
            <a:endParaRPr lang="en-GB" sz="1200" i="1" dirty="0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063F3ABD-2C01-A034-7EFF-2D703E7C2919}"/>
              </a:ext>
            </a:extLst>
          </p:cNvPr>
          <p:cNvSpPr/>
          <p:nvPr/>
        </p:nvSpPr>
        <p:spPr>
          <a:xfrm>
            <a:off x="1645558" y="1276415"/>
            <a:ext cx="2511878" cy="18288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C36F154E-B885-01E0-08AE-83461F4BD8FA}"/>
              </a:ext>
            </a:extLst>
          </p:cNvPr>
          <p:cNvSpPr/>
          <p:nvPr/>
        </p:nvSpPr>
        <p:spPr>
          <a:xfrm>
            <a:off x="1635826" y="3174912"/>
            <a:ext cx="2511878" cy="1933439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8B1B2B80-4B39-DCA5-12C7-A909D2FD69E6}"/>
              </a:ext>
            </a:extLst>
          </p:cNvPr>
          <p:cNvSpPr/>
          <p:nvPr/>
        </p:nvSpPr>
        <p:spPr>
          <a:xfrm>
            <a:off x="1645558" y="5157400"/>
            <a:ext cx="4566802" cy="166023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3ADEEF1F-C96E-0064-E71A-C6AD14B26788}"/>
              </a:ext>
            </a:extLst>
          </p:cNvPr>
          <p:cNvCxnSpPr>
            <a:cxnSpLocks/>
          </p:cNvCxnSpPr>
          <p:nvPr/>
        </p:nvCxnSpPr>
        <p:spPr>
          <a:xfrm>
            <a:off x="4485409" y="1501999"/>
            <a:ext cx="6030191" cy="0"/>
          </a:xfrm>
          <a:prstGeom prst="line">
            <a:avLst/>
          </a:prstGeom>
          <a:ln w="12700">
            <a:solidFill>
              <a:srgbClr val="00206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6263F014-7853-4E8A-A6AA-0D83FEC7372D}"/>
              </a:ext>
            </a:extLst>
          </p:cNvPr>
          <p:cNvCxnSpPr>
            <a:cxnSpLocks/>
          </p:cNvCxnSpPr>
          <p:nvPr/>
        </p:nvCxnSpPr>
        <p:spPr>
          <a:xfrm flipH="1" flipV="1">
            <a:off x="10515600" y="1501999"/>
            <a:ext cx="37234" cy="5221364"/>
          </a:xfrm>
          <a:prstGeom prst="line">
            <a:avLst/>
          </a:prstGeom>
          <a:ln w="12700">
            <a:solidFill>
              <a:srgbClr val="00206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B4F72F45-A00E-1810-7395-F1D5644C2AC6}"/>
              </a:ext>
            </a:extLst>
          </p:cNvPr>
          <p:cNvCxnSpPr>
            <a:cxnSpLocks/>
          </p:cNvCxnSpPr>
          <p:nvPr/>
        </p:nvCxnSpPr>
        <p:spPr>
          <a:xfrm>
            <a:off x="6352803" y="6723363"/>
            <a:ext cx="4207494" cy="0"/>
          </a:xfrm>
          <a:prstGeom prst="line">
            <a:avLst/>
          </a:prstGeom>
          <a:ln w="12700">
            <a:solidFill>
              <a:srgbClr val="00206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8DE8CB84-7C3D-E25B-4D77-B4A45B4B2C9E}"/>
              </a:ext>
            </a:extLst>
          </p:cNvPr>
          <p:cNvCxnSpPr>
            <a:cxnSpLocks/>
          </p:cNvCxnSpPr>
          <p:nvPr/>
        </p:nvCxnSpPr>
        <p:spPr>
          <a:xfrm>
            <a:off x="6322617" y="3933141"/>
            <a:ext cx="30186" cy="2790222"/>
          </a:xfrm>
          <a:prstGeom prst="line">
            <a:avLst/>
          </a:prstGeom>
          <a:ln w="12700">
            <a:solidFill>
              <a:srgbClr val="00206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F744A5FB-6FF0-9B50-E794-B45350B8569B}"/>
              </a:ext>
            </a:extLst>
          </p:cNvPr>
          <p:cNvCxnSpPr>
            <a:cxnSpLocks/>
          </p:cNvCxnSpPr>
          <p:nvPr/>
        </p:nvCxnSpPr>
        <p:spPr>
          <a:xfrm>
            <a:off x="4485409" y="3933141"/>
            <a:ext cx="1837208" cy="0"/>
          </a:xfrm>
          <a:prstGeom prst="line">
            <a:avLst/>
          </a:prstGeom>
          <a:ln w="12700">
            <a:solidFill>
              <a:srgbClr val="00206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E671FC0A-EA03-0A87-047E-CBFB617E562D}"/>
              </a:ext>
            </a:extLst>
          </p:cNvPr>
          <p:cNvCxnSpPr>
            <a:cxnSpLocks/>
          </p:cNvCxnSpPr>
          <p:nvPr/>
        </p:nvCxnSpPr>
        <p:spPr>
          <a:xfrm flipH="1" flipV="1">
            <a:off x="4496212" y="1501999"/>
            <a:ext cx="10803" cy="2417472"/>
          </a:xfrm>
          <a:prstGeom prst="line">
            <a:avLst/>
          </a:prstGeom>
          <a:ln w="12700">
            <a:solidFill>
              <a:srgbClr val="00206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TextBox 182">
            <a:extLst>
              <a:ext uri="{FF2B5EF4-FFF2-40B4-BE49-F238E27FC236}">
                <a16:creationId xmlns:a16="http://schemas.microsoft.com/office/drawing/2014/main" id="{8E3A2E59-260B-84E0-ECAB-6670BCC8E260}"/>
              </a:ext>
            </a:extLst>
          </p:cNvPr>
          <p:cNvSpPr txBox="1"/>
          <p:nvPr/>
        </p:nvSpPr>
        <p:spPr>
          <a:xfrm rot="16200000">
            <a:off x="987712" y="2088540"/>
            <a:ext cx="15195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Identity Management</a:t>
            </a:r>
            <a:endParaRPr lang="en-GB" sz="1200" dirty="0"/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05A85E57-22CD-5123-E928-CAC21A9E8EA5}"/>
              </a:ext>
            </a:extLst>
          </p:cNvPr>
          <p:cNvSpPr txBox="1"/>
          <p:nvPr/>
        </p:nvSpPr>
        <p:spPr>
          <a:xfrm rot="16200000">
            <a:off x="963943" y="4272533"/>
            <a:ext cx="15195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Intent Matching</a:t>
            </a:r>
            <a:endParaRPr lang="en-GB" sz="1200" dirty="0"/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342EF892-DFF9-DC77-E170-2F2FBB189892}"/>
              </a:ext>
            </a:extLst>
          </p:cNvPr>
          <p:cNvSpPr txBox="1"/>
          <p:nvPr/>
        </p:nvSpPr>
        <p:spPr>
          <a:xfrm rot="16200000">
            <a:off x="1342017" y="6362920"/>
            <a:ext cx="7634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Small Talk</a:t>
            </a:r>
            <a:endParaRPr lang="en-GB" sz="1200" dirty="0"/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AD3CDC4E-F9AC-B612-B0CE-9A5D3A21EB8F}"/>
              </a:ext>
            </a:extLst>
          </p:cNvPr>
          <p:cNvSpPr txBox="1"/>
          <p:nvPr/>
        </p:nvSpPr>
        <p:spPr>
          <a:xfrm rot="5400000">
            <a:off x="9146656" y="2595568"/>
            <a:ext cx="24586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Transactions &amp; Information Retrieval  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375636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9B614EE2029B541BF7341B884FEAFAA" ma:contentTypeVersion="2" ma:contentTypeDescription="Create a new document." ma:contentTypeScope="" ma:versionID="4e5af6e72f3ff7f4fb9a26a4d9a50d1a">
  <xsd:schema xmlns:xsd="http://www.w3.org/2001/XMLSchema" xmlns:xs="http://www.w3.org/2001/XMLSchema" xmlns:p="http://schemas.microsoft.com/office/2006/metadata/properties" xmlns:ns3="b4a367f6-c6bd-41a6-a38f-2214761cef07" targetNamespace="http://schemas.microsoft.com/office/2006/metadata/properties" ma:root="true" ma:fieldsID="56502273c816a9cd781393934f1aff40" ns3:_="">
    <xsd:import namespace="b4a367f6-c6bd-41a6-a38f-2214761cef0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a367f6-c6bd-41a6-a38f-2214761cef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1871AAA-8F0C-4AAD-856E-4DC29ED807C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4a367f6-c6bd-41a6-a38f-2214761cef0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10EB041-E618-4B31-88AB-255E2094451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93E9E61-8CFF-4AF1-B0D9-A0F7B4CE964D}">
  <ds:schemaRefs>
    <ds:schemaRef ds:uri="http://purl.org/dc/terms/"/>
    <ds:schemaRef ds:uri="http://purl.org/dc/dcmitype/"/>
    <ds:schemaRef ds:uri="http://www.w3.org/XML/1998/namespace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b4a367f6-c6bd-41a6-a38f-2214761cef07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149</Words>
  <Application>Microsoft Office PowerPoint</Application>
  <PresentationFormat>Widescreen</PresentationFormat>
  <Paragraphs>37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Adam Biggs</dc:creator>
  <cp:lastModifiedBy>Adam Biggs</cp:lastModifiedBy>
  <cp:revision>1</cp:revision>
  <dcterms:created xsi:type="dcterms:W3CDTF">2022-12-08T10:31:36Z</dcterms:created>
  <dcterms:modified xsi:type="dcterms:W3CDTF">2022-12-08T11:07:37Z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0x01010019B614EE2029B541BF7341B884FEAFAA</vt:lpwstr>
  </property>
</Properties>
</file>